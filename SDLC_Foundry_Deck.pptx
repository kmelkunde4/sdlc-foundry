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121793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hXE+RaBI8MlNScfg3AJl5lngK+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9AD"/>
    <a:srgbClr val="A4D6EA"/>
    <a:srgbClr val="CFEAF5"/>
    <a:srgbClr val="C4E5F2"/>
    <a:srgbClr val="9CD2E8"/>
    <a:srgbClr val="FEE8E2"/>
    <a:srgbClr val="B2DE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8DECB4-25C4-43B6-AF9E-2242A55E567A}" v="527" dt="2026-06-29T12:03:27.239"/>
    <p1510:client id="{81B37098-7984-4F71-974E-84966338AEEE}" v="86" dt="2026-06-29T12:52:40.810"/>
  </p1510:revLst>
</p1510:revInfo>
</file>

<file path=ppt/tableStyles.xml><?xml version="1.0" encoding="utf-8"?>
<a:tblStyleLst xmlns:a="http://schemas.openxmlformats.org/drawingml/2006/main" def="{BD75115A-D7CB-4065-90D5-E0A90EE04F18}">
  <a:tblStyle styleId="{BD75115A-D7CB-4065-90D5-E0A90EE04F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8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chan, Vandana" userId="a00bd116-8f33-417e-b477-66ae0d6489ef" providerId="ADAL" clId="{B280AA61-C27B-402B-A457-50F4F7E7C4D3}"/>
    <pc:docChg chg="undo custSel addSld delSld modSld">
      <pc:chgData name="Anchan, Vandana" userId="a00bd116-8f33-417e-b477-66ae0d6489ef" providerId="ADAL" clId="{B280AA61-C27B-402B-A457-50F4F7E7C4D3}" dt="2026-06-29T12:05:04.343" v="5263" actId="207"/>
      <pc:docMkLst>
        <pc:docMk/>
      </pc:docMkLst>
      <pc:sldChg chg="addSp modSp mod">
        <pc:chgData name="Anchan, Vandana" userId="a00bd116-8f33-417e-b477-66ae0d6489ef" providerId="ADAL" clId="{B280AA61-C27B-402B-A457-50F4F7E7C4D3}" dt="2026-06-29T06:45:51.389" v="64" actId="1036"/>
        <pc:sldMkLst>
          <pc:docMk/>
          <pc:sldMk cId="0" sldId="256"/>
        </pc:sldMkLst>
        <pc:spChg chg="mod">
          <ac:chgData name="Anchan, Vandana" userId="a00bd116-8f33-417e-b477-66ae0d6489ef" providerId="ADAL" clId="{B280AA61-C27B-402B-A457-50F4F7E7C4D3}" dt="2026-06-29T06:45:33.888" v="43" actId="1037"/>
          <ac:spMkLst>
            <pc:docMk/>
            <pc:sldMk cId="0" sldId="256"/>
            <ac:spMk id="5" creationId="{74FF9920-E80E-D7C0-E22F-71B10E0A7F0F}"/>
          </ac:spMkLst>
        </pc:spChg>
        <pc:spChg chg="mod">
          <ac:chgData name="Anchan, Vandana" userId="a00bd116-8f33-417e-b477-66ae0d6489ef" providerId="ADAL" clId="{B280AA61-C27B-402B-A457-50F4F7E7C4D3}" dt="2026-06-29T06:44:54.710" v="19" actId="1035"/>
          <ac:spMkLst>
            <pc:docMk/>
            <pc:sldMk cId="0" sldId="256"/>
            <ac:spMk id="168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06:45:51.389" v="64" actId="1036"/>
          <ac:spMkLst>
            <pc:docMk/>
            <pc:sldMk cId="0" sldId="256"/>
            <ac:spMk id="169" creationId="{00000000-0000-0000-0000-000000000000}"/>
          </ac:spMkLst>
        </pc:spChg>
        <pc:graphicFrameChg chg="add mod">
          <ac:chgData name="Anchan, Vandana" userId="a00bd116-8f33-417e-b477-66ae0d6489ef" providerId="ADAL" clId="{B280AA61-C27B-402B-A457-50F4F7E7C4D3}" dt="2026-06-29T06:44:44.176" v="7"/>
          <ac:graphicFrameMkLst>
            <pc:docMk/>
            <pc:sldMk cId="0" sldId="256"/>
            <ac:graphicFrameMk id="2" creationId="{07E1A492-2724-80EF-67CA-DBC52EF91C52}"/>
          </ac:graphicFrameMkLst>
        </pc:graphicFrameChg>
      </pc:sldChg>
      <pc:sldChg chg="addSp delSp modSp mod">
        <pc:chgData name="Anchan, Vandana" userId="a00bd116-8f33-417e-b477-66ae0d6489ef" providerId="ADAL" clId="{B280AA61-C27B-402B-A457-50F4F7E7C4D3}" dt="2026-06-29T11:58:53.466" v="5134" actId="1035"/>
        <pc:sldMkLst>
          <pc:docMk/>
          <pc:sldMk cId="0" sldId="257"/>
        </pc:sldMkLst>
        <pc:spChg chg="add mod">
          <ac:chgData name="Anchan, Vandana" userId="a00bd116-8f33-417e-b477-66ae0d6489ef" providerId="ADAL" clId="{B280AA61-C27B-402B-A457-50F4F7E7C4D3}" dt="2026-06-29T06:52:02.455" v="615" actId="1038"/>
          <ac:spMkLst>
            <pc:docMk/>
            <pc:sldMk cId="0" sldId="257"/>
            <ac:spMk id="6" creationId="{EED0AFA1-D034-3BE7-B852-03149D3597FF}"/>
          </ac:spMkLst>
        </pc:spChg>
        <pc:spChg chg="add mod">
          <ac:chgData name="Anchan, Vandana" userId="a00bd116-8f33-417e-b477-66ae0d6489ef" providerId="ADAL" clId="{B280AA61-C27B-402B-A457-50F4F7E7C4D3}" dt="2026-06-29T06:52:02.455" v="615" actId="1038"/>
          <ac:spMkLst>
            <pc:docMk/>
            <pc:sldMk cId="0" sldId="257"/>
            <ac:spMk id="7" creationId="{27328FFB-D661-2992-C77A-33DBFEC5A31A}"/>
          </ac:spMkLst>
        </pc:spChg>
        <pc:spChg chg="add mod">
          <ac:chgData name="Anchan, Vandana" userId="a00bd116-8f33-417e-b477-66ae0d6489ef" providerId="ADAL" clId="{B280AA61-C27B-402B-A457-50F4F7E7C4D3}" dt="2026-06-29T06:52:53.130" v="657" actId="1038"/>
          <ac:spMkLst>
            <pc:docMk/>
            <pc:sldMk cId="0" sldId="257"/>
            <ac:spMk id="8" creationId="{0C7B7086-7077-3E88-3A3B-BB85914931FB}"/>
          </ac:spMkLst>
        </pc:spChg>
        <pc:spChg chg="add mod">
          <ac:chgData name="Anchan, Vandana" userId="a00bd116-8f33-417e-b477-66ae0d6489ef" providerId="ADAL" clId="{B280AA61-C27B-402B-A457-50F4F7E7C4D3}" dt="2026-06-29T06:52:57.174" v="660" actId="20577"/>
          <ac:spMkLst>
            <pc:docMk/>
            <pc:sldMk cId="0" sldId="257"/>
            <ac:spMk id="9" creationId="{47084801-6BD5-399A-E03B-A5C5F6206FB1}"/>
          </ac:spMkLst>
        </pc:spChg>
        <pc:spChg chg="add mod">
          <ac:chgData name="Anchan, Vandana" userId="a00bd116-8f33-417e-b477-66ae0d6489ef" providerId="ADAL" clId="{B280AA61-C27B-402B-A457-50F4F7E7C4D3}" dt="2026-06-29T06:53:14.974" v="693" actId="20577"/>
          <ac:spMkLst>
            <pc:docMk/>
            <pc:sldMk cId="0" sldId="257"/>
            <ac:spMk id="10" creationId="{1875724B-24E5-297D-6033-5018E11868D8}"/>
          </ac:spMkLst>
        </pc:spChg>
        <pc:spChg chg="add mod">
          <ac:chgData name="Anchan, Vandana" userId="a00bd116-8f33-417e-b477-66ae0d6489ef" providerId="ADAL" clId="{B280AA61-C27B-402B-A457-50F4F7E7C4D3}" dt="2026-06-29T06:53:44.645" v="728" actId="20577"/>
          <ac:spMkLst>
            <pc:docMk/>
            <pc:sldMk cId="0" sldId="257"/>
            <ac:spMk id="11" creationId="{32A976A1-A113-3EFA-DEBC-67A075BDD3F1}"/>
          </ac:spMkLst>
        </pc:spChg>
        <pc:spChg chg="mod">
          <ac:chgData name="Anchan, Vandana" userId="a00bd116-8f33-417e-b477-66ae0d6489ef" providerId="ADAL" clId="{B280AA61-C27B-402B-A457-50F4F7E7C4D3}" dt="2026-06-29T06:49:15.227" v="213" actId="1037"/>
          <ac:spMkLst>
            <pc:docMk/>
            <pc:sldMk cId="0" sldId="257"/>
            <ac:spMk id="174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06:51:24.605" v="472" actId="1037"/>
          <ac:spMkLst>
            <pc:docMk/>
            <pc:sldMk cId="0" sldId="257"/>
            <ac:spMk id="175" creationId="{00000000-0000-0000-0000-000000000000}"/>
          </ac:spMkLst>
        </pc:spChg>
        <pc:spChg chg="del">
          <ac:chgData name="Anchan, Vandana" userId="a00bd116-8f33-417e-b477-66ae0d6489ef" providerId="ADAL" clId="{B280AA61-C27B-402B-A457-50F4F7E7C4D3}" dt="2026-06-29T06:51:35.746" v="484" actId="478"/>
          <ac:spMkLst>
            <pc:docMk/>
            <pc:sldMk cId="0" sldId="257"/>
            <ac:spMk id="177" creationId="{00000000-0000-0000-0000-000000000000}"/>
          </ac:spMkLst>
        </pc:spChg>
        <pc:spChg chg="del">
          <ac:chgData name="Anchan, Vandana" userId="a00bd116-8f33-417e-b477-66ae0d6489ef" providerId="ADAL" clId="{B280AA61-C27B-402B-A457-50F4F7E7C4D3}" dt="2026-06-29T06:51:35.746" v="484" actId="478"/>
          <ac:spMkLst>
            <pc:docMk/>
            <pc:sldMk cId="0" sldId="257"/>
            <ac:spMk id="178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06:49:39.742" v="270" actId="1036"/>
          <ac:spMkLst>
            <pc:docMk/>
            <pc:sldMk cId="0" sldId="257"/>
            <ac:spMk id="179" creationId="{00000000-0000-0000-0000-000000000000}"/>
          </ac:spMkLst>
        </pc:spChg>
        <pc:graphicFrameChg chg="add mod">
          <ac:chgData name="Anchan, Vandana" userId="a00bd116-8f33-417e-b477-66ae0d6489ef" providerId="ADAL" clId="{B280AA61-C27B-402B-A457-50F4F7E7C4D3}" dt="2026-06-29T06:47:48.437" v="150"/>
          <ac:graphicFrameMkLst>
            <pc:docMk/>
            <pc:sldMk cId="0" sldId="257"/>
            <ac:graphicFrameMk id="5" creationId="{8702DF88-6D9C-8337-8F1B-2A96F8FAD794}"/>
          </ac:graphicFrameMkLst>
        </pc:graphicFrameChg>
        <pc:picChg chg="add del mod">
          <ac:chgData name="Anchan, Vandana" userId="a00bd116-8f33-417e-b477-66ae0d6489ef" providerId="ADAL" clId="{B280AA61-C27B-402B-A457-50F4F7E7C4D3}" dt="2026-06-29T11:55:56.503" v="4862" actId="478"/>
          <ac:picMkLst>
            <pc:docMk/>
            <pc:sldMk cId="0" sldId="257"/>
            <ac:picMk id="2" creationId="{9BD463DA-1717-633D-5927-9D3CAE078640}"/>
          </ac:picMkLst>
        </pc:picChg>
        <pc:picChg chg="add del mod">
          <ac:chgData name="Anchan, Vandana" userId="a00bd116-8f33-417e-b477-66ae0d6489ef" providerId="ADAL" clId="{B280AA61-C27B-402B-A457-50F4F7E7C4D3}" dt="2026-06-29T11:57:18.740" v="4938" actId="478"/>
          <ac:picMkLst>
            <pc:docMk/>
            <pc:sldMk cId="0" sldId="257"/>
            <ac:picMk id="3" creationId="{590BA948-03B6-82D8-AF2C-C55878F2E848}"/>
          </ac:picMkLst>
        </pc:picChg>
        <pc:picChg chg="add del mod">
          <ac:chgData name="Anchan, Vandana" userId="a00bd116-8f33-417e-b477-66ae0d6489ef" providerId="ADAL" clId="{B280AA61-C27B-402B-A457-50F4F7E7C4D3}" dt="2026-06-29T08:50:10.503" v="878" actId="478"/>
          <ac:picMkLst>
            <pc:docMk/>
            <pc:sldMk cId="0" sldId="257"/>
            <ac:picMk id="4" creationId="{05B1F6D0-C590-258E-BA72-61D6B28514B1}"/>
          </ac:picMkLst>
        </pc:picChg>
        <pc:picChg chg="add del mod">
          <ac:chgData name="Anchan, Vandana" userId="a00bd116-8f33-417e-b477-66ae0d6489ef" providerId="ADAL" clId="{B280AA61-C27B-402B-A457-50F4F7E7C4D3}" dt="2026-06-29T11:56:43.220" v="4872" actId="478"/>
          <ac:picMkLst>
            <pc:docMk/>
            <pc:sldMk cId="0" sldId="257"/>
            <ac:picMk id="4" creationId="{9CBAD03F-BDD8-40AC-F302-0BCA24484E62}"/>
          </ac:picMkLst>
        </pc:picChg>
        <pc:picChg chg="add mod">
          <ac:chgData name="Anchan, Vandana" userId="a00bd116-8f33-417e-b477-66ae0d6489ef" providerId="ADAL" clId="{B280AA61-C27B-402B-A457-50F4F7E7C4D3}" dt="2026-06-29T11:57:17.392" v="4937" actId="1076"/>
          <ac:picMkLst>
            <pc:docMk/>
            <pc:sldMk cId="0" sldId="257"/>
            <ac:picMk id="5" creationId="{6AEF70CF-0092-3181-B102-BCC661E12ABF}"/>
          </ac:picMkLst>
        </pc:picChg>
        <pc:picChg chg="add del mod">
          <ac:chgData name="Anchan, Vandana" userId="a00bd116-8f33-417e-b477-66ae0d6489ef" providerId="ADAL" clId="{B280AA61-C27B-402B-A457-50F4F7E7C4D3}" dt="2026-06-29T08:51:13.769" v="1000" actId="478"/>
          <ac:picMkLst>
            <pc:docMk/>
            <pc:sldMk cId="0" sldId="257"/>
            <ac:picMk id="13" creationId="{5FF98885-D940-DFAE-8DDB-4D56418048C9}"/>
          </ac:picMkLst>
        </pc:picChg>
        <pc:picChg chg="add del mod">
          <ac:chgData name="Anchan, Vandana" userId="a00bd116-8f33-417e-b477-66ae0d6489ef" providerId="ADAL" clId="{B280AA61-C27B-402B-A457-50F4F7E7C4D3}" dt="2026-06-29T08:51:02.380" v="882" actId="478"/>
          <ac:picMkLst>
            <pc:docMk/>
            <pc:sldMk cId="0" sldId="257"/>
            <ac:picMk id="15" creationId="{35E1707B-0765-833E-1DB2-99733A431C3F}"/>
          </ac:picMkLst>
        </pc:picChg>
        <pc:picChg chg="add mod">
          <ac:chgData name="Anchan, Vandana" userId="a00bd116-8f33-417e-b477-66ae0d6489ef" providerId="ADAL" clId="{B280AA61-C27B-402B-A457-50F4F7E7C4D3}" dt="2026-06-29T08:51:27.396" v="1013" actId="14100"/>
          <ac:picMkLst>
            <pc:docMk/>
            <pc:sldMk cId="0" sldId="257"/>
            <ac:picMk id="17" creationId="{630B2778-C6A0-D205-E6CD-481A1667855F}"/>
          </ac:picMkLst>
        </pc:picChg>
        <pc:picChg chg="del">
          <ac:chgData name="Anchan, Vandana" userId="a00bd116-8f33-417e-b477-66ae0d6489ef" providerId="ADAL" clId="{B280AA61-C27B-402B-A457-50F4F7E7C4D3}" dt="2026-06-29T06:46:22.738" v="66" actId="478"/>
          <ac:picMkLst>
            <pc:docMk/>
            <pc:sldMk cId="0" sldId="257"/>
            <ac:picMk id="176" creationId="{00000000-0000-0000-0000-000000000000}"/>
          </ac:picMkLst>
        </pc:picChg>
        <pc:picChg chg="del mod">
          <ac:chgData name="Anchan, Vandana" userId="a00bd116-8f33-417e-b477-66ae0d6489ef" providerId="ADAL" clId="{B280AA61-C27B-402B-A457-50F4F7E7C4D3}" dt="2026-06-29T10:17:10.636" v="2563" actId="478"/>
          <ac:picMkLst>
            <pc:docMk/>
            <pc:sldMk cId="0" sldId="257"/>
            <ac:picMk id="180" creationId="{00000000-0000-0000-0000-000000000000}"/>
          </ac:picMkLst>
        </pc:picChg>
        <pc:picChg chg="add del mod">
          <ac:chgData name="Anchan, Vandana" userId="a00bd116-8f33-417e-b477-66ae0d6489ef" providerId="ADAL" clId="{B280AA61-C27B-402B-A457-50F4F7E7C4D3}" dt="2026-06-29T11:58:05.261" v="5042" actId="478"/>
          <ac:picMkLst>
            <pc:docMk/>
            <pc:sldMk cId="0" sldId="257"/>
            <ac:picMk id="4098" creationId="{9E684D58-7901-E1B6-3BA6-8763E02516DB}"/>
          </ac:picMkLst>
        </pc:picChg>
        <pc:picChg chg="add mod">
          <ac:chgData name="Anchan, Vandana" userId="a00bd116-8f33-417e-b477-66ae0d6489ef" providerId="ADAL" clId="{B280AA61-C27B-402B-A457-50F4F7E7C4D3}" dt="2026-06-29T11:57:50.586" v="5041" actId="1076"/>
          <ac:picMkLst>
            <pc:docMk/>
            <pc:sldMk cId="0" sldId="257"/>
            <ac:picMk id="4100" creationId="{26309A72-1633-EADC-EF53-4F53E2F07941}"/>
          </ac:picMkLst>
        </pc:picChg>
        <pc:picChg chg="add mod">
          <ac:chgData name="Anchan, Vandana" userId="a00bd116-8f33-417e-b477-66ae0d6489ef" providerId="ADAL" clId="{B280AA61-C27B-402B-A457-50F4F7E7C4D3}" dt="2026-06-29T11:58:53.466" v="5134" actId="1035"/>
          <ac:picMkLst>
            <pc:docMk/>
            <pc:sldMk cId="0" sldId="257"/>
            <ac:picMk id="4102" creationId="{0A88C93E-9D50-DC7D-3AEC-2557BCF1B3A5}"/>
          </ac:picMkLst>
        </pc:picChg>
      </pc:sldChg>
      <pc:sldChg chg="modSp del mod">
        <pc:chgData name="Anchan, Vandana" userId="a00bd116-8f33-417e-b477-66ae0d6489ef" providerId="ADAL" clId="{B280AA61-C27B-402B-A457-50F4F7E7C4D3}" dt="2026-06-29T11:38:46.982" v="4511" actId="47"/>
        <pc:sldMkLst>
          <pc:docMk/>
          <pc:sldMk cId="0" sldId="258"/>
        </pc:sldMkLst>
        <pc:spChg chg="mod">
          <ac:chgData name="Anchan, Vandana" userId="a00bd116-8f33-417e-b477-66ae0d6489ef" providerId="ADAL" clId="{B280AA61-C27B-402B-A457-50F4F7E7C4D3}" dt="2026-06-29T06:54:07.831" v="779" actId="1035"/>
          <ac:spMkLst>
            <pc:docMk/>
            <pc:sldMk cId="0" sldId="258"/>
            <ac:spMk id="185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06:53:59.596" v="745" actId="1037"/>
          <ac:spMkLst>
            <pc:docMk/>
            <pc:sldMk cId="0" sldId="258"/>
            <ac:spMk id="186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06:53:59.596" v="745" actId="1037"/>
          <ac:spMkLst>
            <pc:docMk/>
            <pc:sldMk cId="0" sldId="258"/>
            <ac:spMk id="187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08:52:58.262" v="1015" actId="20577"/>
          <ac:spMkLst>
            <pc:docMk/>
            <pc:sldMk cId="0" sldId="258"/>
            <ac:spMk id="188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06:53:59.596" v="745" actId="1037"/>
          <ac:spMkLst>
            <pc:docMk/>
            <pc:sldMk cId="0" sldId="258"/>
            <ac:spMk id="189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06:53:59.596" v="745" actId="1037"/>
          <ac:spMkLst>
            <pc:docMk/>
            <pc:sldMk cId="0" sldId="258"/>
            <ac:spMk id="190" creationId="{00000000-0000-0000-0000-000000000000}"/>
          </ac:spMkLst>
        </pc:spChg>
      </pc:sldChg>
      <pc:sldChg chg="addSp delSp modSp mod">
        <pc:chgData name="Anchan, Vandana" userId="a00bd116-8f33-417e-b477-66ae0d6489ef" providerId="ADAL" clId="{B280AA61-C27B-402B-A457-50F4F7E7C4D3}" dt="2026-06-29T11:40:21.757" v="4571" actId="20577"/>
        <pc:sldMkLst>
          <pc:docMk/>
          <pc:sldMk cId="0" sldId="259"/>
        </pc:sldMkLst>
        <pc:spChg chg="mod">
          <ac:chgData name="Anchan, Vandana" userId="a00bd116-8f33-417e-b477-66ae0d6489ef" providerId="ADAL" clId="{B280AA61-C27B-402B-A457-50F4F7E7C4D3}" dt="2026-06-29T11:28:01.338" v="3752" actId="1036"/>
          <ac:spMkLst>
            <pc:docMk/>
            <pc:sldMk cId="0" sldId="259"/>
            <ac:spMk id="6" creationId="{D7E90576-2AAC-43A3-A751-A33AAA6B79EB}"/>
          </ac:spMkLst>
        </pc:spChg>
        <pc:spChg chg="del mod">
          <ac:chgData name="Anchan, Vandana" userId="a00bd116-8f33-417e-b477-66ae0d6489ef" providerId="ADAL" clId="{B280AA61-C27B-402B-A457-50F4F7E7C4D3}" dt="2026-06-29T11:17:36.861" v="3180" actId="478"/>
          <ac:spMkLst>
            <pc:docMk/>
            <pc:sldMk cId="0" sldId="259"/>
            <ac:spMk id="7" creationId="{BCD1FA7D-C4F6-5E17-5363-2869E99236D8}"/>
          </ac:spMkLst>
        </pc:spChg>
        <pc:spChg chg="add mod">
          <ac:chgData name="Anchan, Vandana" userId="a00bd116-8f33-417e-b477-66ae0d6489ef" providerId="ADAL" clId="{B280AA61-C27B-402B-A457-50F4F7E7C4D3}" dt="2026-06-29T11:27:52.656" v="3743" actId="1037"/>
          <ac:spMkLst>
            <pc:docMk/>
            <pc:sldMk cId="0" sldId="259"/>
            <ac:spMk id="9" creationId="{6AE3F55D-FDB3-2CD5-5484-7B33D8AFF18E}"/>
          </ac:spMkLst>
        </pc:spChg>
        <pc:spChg chg="add mod">
          <ac:chgData name="Anchan, Vandana" userId="a00bd116-8f33-417e-b477-66ae0d6489ef" providerId="ADAL" clId="{B280AA61-C27B-402B-A457-50F4F7E7C4D3}" dt="2026-06-29T11:34:28.565" v="4081"/>
          <ac:spMkLst>
            <pc:docMk/>
            <pc:sldMk cId="0" sldId="259"/>
            <ac:spMk id="14" creationId="{1EEB6F47-9AEF-695A-2BA3-276C56BECE91}"/>
          </ac:spMkLst>
        </pc:spChg>
        <pc:spChg chg="add mod">
          <ac:chgData name="Anchan, Vandana" userId="a00bd116-8f33-417e-b477-66ae0d6489ef" providerId="ADAL" clId="{B280AA61-C27B-402B-A457-50F4F7E7C4D3}" dt="2026-06-29T11:35:56.892" v="4206" actId="1036"/>
          <ac:spMkLst>
            <pc:docMk/>
            <pc:sldMk cId="0" sldId="259"/>
            <ac:spMk id="23" creationId="{281C4BB3-6721-7FDA-1DFD-F86FCF2FEE80}"/>
          </ac:spMkLst>
        </pc:spChg>
        <pc:spChg chg="add mod">
          <ac:chgData name="Anchan, Vandana" userId="a00bd116-8f33-417e-b477-66ae0d6489ef" providerId="ADAL" clId="{B280AA61-C27B-402B-A457-50F4F7E7C4D3}" dt="2026-06-29T11:34:28.565" v="4081"/>
          <ac:spMkLst>
            <pc:docMk/>
            <pc:sldMk cId="0" sldId="259"/>
            <ac:spMk id="25" creationId="{2B4AA6B7-4062-DD7B-9A90-91243005BA91}"/>
          </ac:spMkLst>
        </pc:spChg>
        <pc:spChg chg="add mod">
          <ac:chgData name="Anchan, Vandana" userId="a00bd116-8f33-417e-b477-66ae0d6489ef" providerId="ADAL" clId="{B280AA61-C27B-402B-A457-50F4F7E7C4D3}" dt="2026-06-29T11:34:38.561" v="4082" actId="255"/>
          <ac:spMkLst>
            <pc:docMk/>
            <pc:sldMk cId="0" sldId="259"/>
            <ac:spMk id="26" creationId="{EE4C0E07-C2D4-43C0-5B3F-A189DC06DAC0}"/>
          </ac:spMkLst>
        </pc:spChg>
        <pc:spChg chg="add mod">
          <ac:chgData name="Anchan, Vandana" userId="a00bd116-8f33-417e-b477-66ae0d6489ef" providerId="ADAL" clId="{B280AA61-C27B-402B-A457-50F4F7E7C4D3}" dt="2026-06-29T11:35:46.340" v="4155" actId="1035"/>
          <ac:spMkLst>
            <pc:docMk/>
            <pc:sldMk cId="0" sldId="259"/>
            <ac:spMk id="28" creationId="{C8916E5D-705A-1911-B911-D880283E5401}"/>
          </ac:spMkLst>
        </pc:spChg>
        <pc:spChg chg="add mod">
          <ac:chgData name="Anchan, Vandana" userId="a00bd116-8f33-417e-b477-66ae0d6489ef" providerId="ADAL" clId="{B280AA61-C27B-402B-A457-50F4F7E7C4D3}" dt="2026-06-29T11:35:28.187" v="4122" actId="1035"/>
          <ac:spMkLst>
            <pc:docMk/>
            <pc:sldMk cId="0" sldId="259"/>
            <ac:spMk id="29" creationId="{CC8C999D-45F3-1B03-6695-B05C4BE3679F}"/>
          </ac:spMkLst>
        </pc:spChg>
        <pc:spChg chg="add mod">
          <ac:chgData name="Anchan, Vandana" userId="a00bd116-8f33-417e-b477-66ae0d6489ef" providerId="ADAL" clId="{B280AA61-C27B-402B-A457-50F4F7E7C4D3}" dt="2026-06-29T11:35:39.640" v="4136" actId="1037"/>
          <ac:spMkLst>
            <pc:docMk/>
            <pc:sldMk cId="0" sldId="259"/>
            <ac:spMk id="30" creationId="{81DE74CD-8344-C22C-0543-0182FD18438E}"/>
          </ac:spMkLst>
        </pc:spChg>
        <pc:spChg chg="add mod">
          <ac:chgData name="Anchan, Vandana" userId="a00bd116-8f33-417e-b477-66ae0d6489ef" providerId="ADAL" clId="{B280AA61-C27B-402B-A457-50F4F7E7C4D3}" dt="2026-06-29T11:35:39.640" v="4136" actId="1037"/>
          <ac:spMkLst>
            <pc:docMk/>
            <pc:sldMk cId="0" sldId="259"/>
            <ac:spMk id="32" creationId="{D066E683-4485-3D6B-3E06-976BCB54D5AA}"/>
          </ac:spMkLst>
        </pc:spChg>
        <pc:spChg chg="add mod">
          <ac:chgData name="Anchan, Vandana" userId="a00bd116-8f33-417e-b477-66ae0d6489ef" providerId="ADAL" clId="{B280AA61-C27B-402B-A457-50F4F7E7C4D3}" dt="2026-06-29T11:40:21.757" v="4571" actId="20577"/>
          <ac:spMkLst>
            <pc:docMk/>
            <pc:sldMk cId="0" sldId="259"/>
            <ac:spMk id="35" creationId="{5351BAF7-6C65-E06E-B129-690126955FD9}"/>
          </ac:spMkLst>
        </pc:spChg>
        <pc:spChg chg="mod">
          <ac:chgData name="Anchan, Vandana" userId="a00bd116-8f33-417e-b477-66ae0d6489ef" providerId="ADAL" clId="{B280AA61-C27B-402B-A457-50F4F7E7C4D3}" dt="2026-06-29T11:37:00.929" v="4257" actId="1035"/>
          <ac:spMkLst>
            <pc:docMk/>
            <pc:sldMk cId="0" sldId="259"/>
            <ac:spMk id="195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11:22:30.812" v="3341" actId="1036"/>
          <ac:spMkLst>
            <pc:docMk/>
            <pc:sldMk cId="0" sldId="259"/>
            <ac:spMk id="196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11:38:11.571" v="4510" actId="1036"/>
          <ac:spMkLst>
            <pc:docMk/>
            <pc:sldMk cId="0" sldId="259"/>
            <ac:spMk id="199" creationId="{00000000-0000-0000-0000-000000000000}"/>
          </ac:spMkLst>
        </pc:spChg>
        <pc:spChg chg="mod">
          <ac:chgData name="Anchan, Vandana" userId="a00bd116-8f33-417e-b477-66ae0d6489ef" providerId="ADAL" clId="{B280AA61-C27B-402B-A457-50F4F7E7C4D3}" dt="2026-06-29T11:37:59.154" v="4405" actId="1038"/>
          <ac:spMkLst>
            <pc:docMk/>
            <pc:sldMk cId="0" sldId="259"/>
            <ac:spMk id="201" creationId="{00000000-0000-0000-0000-000000000000}"/>
          </ac:spMkLst>
        </pc:spChg>
        <pc:grpChg chg="add mod">
          <ac:chgData name="Anchan, Vandana" userId="a00bd116-8f33-417e-b477-66ae0d6489ef" providerId="ADAL" clId="{B280AA61-C27B-402B-A457-50F4F7E7C4D3}" dt="2026-06-29T11:36:56.515" v="4248" actId="1037"/>
          <ac:grpSpMkLst>
            <pc:docMk/>
            <pc:sldMk cId="0" sldId="259"/>
            <ac:grpSpMk id="33" creationId="{28909E80-A122-26D1-EB4A-FB97DEB4078F}"/>
          </ac:grpSpMkLst>
        </pc:grpChg>
        <pc:grpChg chg="add mod">
          <ac:chgData name="Anchan, Vandana" userId="a00bd116-8f33-417e-b477-66ae0d6489ef" providerId="ADAL" clId="{B280AA61-C27B-402B-A457-50F4F7E7C4D3}" dt="2026-06-29T11:35:10.751" v="4098" actId="1036"/>
          <ac:grpSpMkLst>
            <pc:docMk/>
            <pc:sldMk cId="0" sldId="259"/>
            <ac:grpSpMk id="34" creationId="{D040110F-9417-8D21-3B7F-AF87570ED469}"/>
          </ac:grpSpMkLst>
        </pc:grpChg>
        <pc:graphicFrameChg chg="add mod">
          <ac:chgData name="Anchan, Vandana" userId="a00bd116-8f33-417e-b477-66ae0d6489ef" providerId="ADAL" clId="{B280AA61-C27B-402B-A457-50F4F7E7C4D3}" dt="2026-06-29T11:23:05.744" v="3458"/>
          <ac:graphicFrameMkLst>
            <pc:docMk/>
            <pc:sldMk cId="0" sldId="259"/>
            <ac:graphicFrameMk id="36" creationId="{D48E3224-AF4E-DC53-4B08-11CFA27C8B96}"/>
          </ac:graphicFrameMkLst>
        </pc:graphicFrameChg>
        <pc:graphicFrameChg chg="add mod">
          <ac:chgData name="Anchan, Vandana" userId="a00bd116-8f33-417e-b477-66ae0d6489ef" providerId="ADAL" clId="{B280AA61-C27B-402B-A457-50F4F7E7C4D3}" dt="2026-06-29T11:29:09.450" v="3842"/>
          <ac:graphicFrameMkLst>
            <pc:docMk/>
            <pc:sldMk cId="0" sldId="259"/>
            <ac:graphicFrameMk id="37" creationId="{FDBD80B2-39B8-0D20-3DBC-EFBAA55051DF}"/>
          </ac:graphicFrameMkLst>
        </pc:graphicFrameChg>
        <pc:graphicFrameChg chg="add mod">
          <ac:chgData name="Anchan, Vandana" userId="a00bd116-8f33-417e-b477-66ae0d6489ef" providerId="ADAL" clId="{B280AA61-C27B-402B-A457-50F4F7E7C4D3}" dt="2026-06-29T11:34:04.668" v="4080"/>
          <ac:graphicFrameMkLst>
            <pc:docMk/>
            <pc:sldMk cId="0" sldId="259"/>
            <ac:graphicFrameMk id="38" creationId="{9B7773AF-090B-3830-E3A1-EB787EC0C966}"/>
          </ac:graphicFrameMkLst>
        </pc:graphicFrameChg>
        <pc:picChg chg="add mod">
          <ac:chgData name="Anchan, Vandana" userId="a00bd116-8f33-417e-b477-66ae0d6489ef" providerId="ADAL" clId="{B280AA61-C27B-402B-A457-50F4F7E7C4D3}" dt="2026-06-29T11:28:11.067" v="3780" actId="1037"/>
          <ac:picMkLst>
            <pc:docMk/>
            <pc:sldMk cId="0" sldId="259"/>
            <ac:picMk id="3" creationId="{9012EA23-CF0D-9413-A27F-79D85FBCA35C}"/>
          </ac:picMkLst>
        </pc:picChg>
        <pc:picChg chg="add mod">
          <ac:chgData name="Anchan, Vandana" userId="a00bd116-8f33-417e-b477-66ae0d6489ef" providerId="ADAL" clId="{B280AA61-C27B-402B-A457-50F4F7E7C4D3}" dt="2026-06-29T11:28:14.598" v="3784" actId="1036"/>
          <ac:picMkLst>
            <pc:docMk/>
            <pc:sldMk cId="0" sldId="259"/>
            <ac:picMk id="5" creationId="{7573452F-AB2B-C30B-51CA-B66ED46808EB}"/>
          </ac:picMkLst>
        </pc:picChg>
        <pc:picChg chg="add mod">
          <ac:chgData name="Anchan, Vandana" userId="a00bd116-8f33-417e-b477-66ae0d6489ef" providerId="ADAL" clId="{B280AA61-C27B-402B-A457-50F4F7E7C4D3}" dt="2026-06-29T11:28:30.620" v="3819" actId="1036"/>
          <ac:picMkLst>
            <pc:docMk/>
            <pc:sldMk cId="0" sldId="259"/>
            <ac:picMk id="10" creationId="{37F9D90C-D5A3-5775-A081-B55036A16128}"/>
          </ac:picMkLst>
        </pc:picChg>
        <pc:picChg chg="add mod">
          <ac:chgData name="Anchan, Vandana" userId="a00bd116-8f33-417e-b477-66ae0d6489ef" providerId="ADAL" clId="{B280AA61-C27B-402B-A457-50F4F7E7C4D3}" dt="2026-06-29T11:28:07.310" v="3771" actId="1036"/>
          <ac:picMkLst>
            <pc:docMk/>
            <pc:sldMk cId="0" sldId="259"/>
            <ac:picMk id="11" creationId="{FF525DF8-B9FD-DD53-0678-70A41B866931}"/>
          </ac:picMkLst>
        </pc:picChg>
        <pc:picChg chg="add mod">
          <ac:chgData name="Anchan, Vandana" userId="a00bd116-8f33-417e-b477-66ae0d6489ef" providerId="ADAL" clId="{B280AA61-C27B-402B-A457-50F4F7E7C4D3}" dt="2026-06-29T11:28:22.745" v="3815" actId="1036"/>
          <ac:picMkLst>
            <pc:docMk/>
            <pc:sldMk cId="0" sldId="259"/>
            <ac:picMk id="13" creationId="{35D2EC72-5E13-D2AB-7738-5B81E20B2070}"/>
          </ac:picMkLst>
        </pc:picChg>
        <pc:picChg chg="add del mod">
          <ac:chgData name="Anchan, Vandana" userId="a00bd116-8f33-417e-b477-66ae0d6489ef" providerId="ADAL" clId="{B280AA61-C27B-402B-A457-50F4F7E7C4D3}" dt="2026-06-29T10:53:25.396" v="2797" actId="478"/>
          <ac:picMkLst>
            <pc:docMk/>
            <pc:sldMk cId="0" sldId="259"/>
            <ac:picMk id="13" creationId="{F892186E-3A63-18FC-6B18-3E3709379A65}"/>
          </ac:picMkLst>
        </pc:picChg>
        <pc:cxnChg chg="add del">
          <ac:chgData name="Anchan, Vandana" userId="a00bd116-8f33-417e-b477-66ae0d6489ef" providerId="ADAL" clId="{B280AA61-C27B-402B-A457-50F4F7E7C4D3}" dt="2026-06-29T11:04:40.495" v="2933" actId="11529"/>
          <ac:cxnSpMkLst>
            <pc:docMk/>
            <pc:sldMk cId="0" sldId="259"/>
            <ac:cxnSpMk id="16" creationId="{2E09DBE4-BA2C-E10B-AF9D-6C7DD0C31CE4}"/>
          </ac:cxnSpMkLst>
        </pc:cxnChg>
        <pc:cxnChg chg="add mod">
          <ac:chgData name="Anchan, Vandana" userId="a00bd116-8f33-417e-b477-66ae0d6489ef" providerId="ADAL" clId="{B280AA61-C27B-402B-A457-50F4F7E7C4D3}" dt="2026-06-29T11:35:16.122" v="4106" actId="1036"/>
          <ac:cxnSpMkLst>
            <pc:docMk/>
            <pc:sldMk cId="0" sldId="259"/>
            <ac:cxnSpMk id="18" creationId="{E8FA942D-E065-8ADA-0264-3E9EEC58C445}"/>
          </ac:cxnSpMkLst>
        </pc:cxnChg>
        <pc:cxnChg chg="add mod">
          <ac:chgData name="Anchan, Vandana" userId="a00bd116-8f33-417e-b477-66ae0d6489ef" providerId="ADAL" clId="{B280AA61-C27B-402B-A457-50F4F7E7C4D3}" dt="2026-06-29T11:35:24.143" v="4112" actId="1036"/>
          <ac:cxnSpMkLst>
            <pc:docMk/>
            <pc:sldMk cId="0" sldId="259"/>
            <ac:cxnSpMk id="19" creationId="{7BA93102-6F0F-BB62-77CC-FDF91936F547}"/>
          </ac:cxnSpMkLst>
        </pc:cxnChg>
      </pc:sldChg>
      <pc:sldChg chg="addSp modSp mod">
        <pc:chgData name="Anchan, Vandana" userId="a00bd116-8f33-417e-b477-66ae0d6489ef" providerId="ADAL" clId="{B280AA61-C27B-402B-A457-50F4F7E7C4D3}" dt="2026-06-29T12:05:04.343" v="5263" actId="207"/>
        <pc:sldMkLst>
          <pc:docMk/>
          <pc:sldMk cId="0" sldId="260"/>
        </pc:sldMkLst>
        <pc:spChg chg="add mod">
          <ac:chgData name="Anchan, Vandana" userId="a00bd116-8f33-417e-b477-66ae0d6489ef" providerId="ADAL" clId="{B280AA61-C27B-402B-A457-50F4F7E7C4D3}" dt="2026-06-29T12:05:04.343" v="5263" actId="207"/>
          <ac:spMkLst>
            <pc:docMk/>
            <pc:sldMk cId="0" sldId="260"/>
            <ac:spMk id="2" creationId="{395A64E5-FB06-B426-A41E-754F520AA5C2}"/>
          </ac:spMkLst>
        </pc:spChg>
        <pc:spChg chg="mod">
          <ac:chgData name="Anchan, Vandana" userId="a00bd116-8f33-417e-b477-66ae0d6489ef" providerId="ADAL" clId="{B280AA61-C27B-402B-A457-50F4F7E7C4D3}" dt="2026-06-29T12:03:12.365" v="5223" actId="1035"/>
          <ac:spMkLst>
            <pc:docMk/>
            <pc:sldMk cId="0" sldId="260"/>
            <ac:spMk id="4" creationId="{01F0B93A-30A5-BEB6-503B-5803F58040C6}"/>
          </ac:spMkLst>
        </pc:spChg>
        <pc:picChg chg="mod">
          <ac:chgData name="Anchan, Vandana" userId="a00bd116-8f33-417e-b477-66ae0d6489ef" providerId="ADAL" clId="{B280AA61-C27B-402B-A457-50F4F7E7C4D3}" dt="2026-06-29T11:22:00.327" v="3331" actId="1037"/>
          <ac:picMkLst>
            <pc:docMk/>
            <pc:sldMk cId="0" sldId="260"/>
            <ac:picMk id="3" creationId="{440C96C4-F8A1-72F8-5C1A-C4D2CD96CA20}"/>
          </ac:picMkLst>
        </pc:picChg>
      </pc:sldChg>
      <pc:sldChg chg="addSp delSp modSp mod">
        <pc:chgData name="Anchan, Vandana" userId="a00bd116-8f33-417e-b477-66ae0d6489ef" providerId="ADAL" clId="{B280AA61-C27B-402B-A457-50F4F7E7C4D3}" dt="2026-06-29T11:48:16.676" v="4726" actId="1035"/>
        <pc:sldMkLst>
          <pc:docMk/>
          <pc:sldMk cId="0" sldId="261"/>
        </pc:sldMkLst>
        <pc:spChg chg="add mod">
          <ac:chgData name="Anchan, Vandana" userId="a00bd116-8f33-417e-b477-66ae0d6489ef" providerId="ADAL" clId="{B280AA61-C27B-402B-A457-50F4F7E7C4D3}" dt="2026-06-29T11:46:10.991" v="4695" actId="1037"/>
          <ac:spMkLst>
            <pc:docMk/>
            <pc:sldMk cId="0" sldId="261"/>
            <ac:spMk id="3" creationId="{C3736A95-8516-A9DA-5766-28898F0976FE}"/>
          </ac:spMkLst>
        </pc:spChg>
        <pc:spChg chg="add mod">
          <ac:chgData name="Anchan, Vandana" userId="a00bd116-8f33-417e-b477-66ae0d6489ef" providerId="ADAL" clId="{B280AA61-C27B-402B-A457-50F4F7E7C4D3}" dt="2026-06-29T11:48:16.676" v="4726" actId="1035"/>
          <ac:spMkLst>
            <pc:docMk/>
            <pc:sldMk cId="0" sldId="261"/>
            <ac:spMk id="6" creationId="{201ADE7F-D339-62AD-7590-91E8C068F18F}"/>
          </ac:spMkLst>
        </pc:spChg>
        <pc:spChg chg="mod">
          <ac:chgData name="Anchan, Vandana" userId="a00bd116-8f33-417e-b477-66ae0d6489ef" providerId="ADAL" clId="{B280AA61-C27B-402B-A457-50F4F7E7C4D3}" dt="2026-06-29T11:42:25.758" v="4629" actId="1035"/>
          <ac:spMkLst>
            <pc:docMk/>
            <pc:sldMk cId="0" sldId="261"/>
            <ac:spMk id="216" creationId="{00000000-0000-0000-0000-000000000000}"/>
          </ac:spMkLst>
        </pc:spChg>
        <pc:spChg chg="add del mod">
          <ac:chgData name="Anchan, Vandana" userId="a00bd116-8f33-417e-b477-66ae0d6489ef" providerId="ADAL" clId="{B280AA61-C27B-402B-A457-50F4F7E7C4D3}" dt="2026-06-29T11:42:45.613" v="4635" actId="478"/>
          <ac:spMkLst>
            <pc:docMk/>
            <pc:sldMk cId="0" sldId="261"/>
            <ac:spMk id="217" creationId="{00000000-0000-0000-0000-000000000000}"/>
          </ac:spMkLst>
        </pc:spChg>
        <pc:graphicFrameChg chg="add del">
          <ac:chgData name="Anchan, Vandana" userId="a00bd116-8f33-417e-b477-66ae0d6489ef" providerId="ADAL" clId="{B280AA61-C27B-402B-A457-50F4F7E7C4D3}" dt="2026-06-29T11:42:41.869" v="4634" actId="478"/>
          <ac:graphicFrameMkLst>
            <pc:docMk/>
            <pc:sldMk cId="0" sldId="261"/>
            <ac:graphicFrameMk id="2" creationId="{CB4D4BCD-B5C1-C904-DADC-1BF8FF69A311}"/>
          </ac:graphicFrameMkLst>
        </pc:graphicFrameChg>
        <pc:graphicFrameChg chg="add mod">
          <ac:chgData name="Anchan, Vandana" userId="a00bd116-8f33-417e-b477-66ae0d6489ef" providerId="ADAL" clId="{B280AA61-C27B-402B-A457-50F4F7E7C4D3}" dt="2026-06-29T11:43:03.199" v="4638"/>
          <ac:graphicFrameMkLst>
            <pc:docMk/>
            <pc:sldMk cId="0" sldId="261"/>
            <ac:graphicFrameMk id="4" creationId="{6DB70E23-88C1-88FA-E4B1-2B83BCFEDD3D}"/>
          </ac:graphicFrameMkLst>
        </pc:graphicFrameChg>
        <pc:graphicFrameChg chg="add mod modGraphic">
          <ac:chgData name="Anchan, Vandana" userId="a00bd116-8f33-417e-b477-66ae0d6489ef" providerId="ADAL" clId="{B280AA61-C27B-402B-A457-50F4F7E7C4D3}" dt="2026-06-29T11:46:17.350" v="4698" actId="1035"/>
          <ac:graphicFrameMkLst>
            <pc:docMk/>
            <pc:sldMk cId="0" sldId="261"/>
            <ac:graphicFrameMk id="5" creationId="{22E87D02-D600-214E-74B0-096170CBB2AA}"/>
          </ac:graphicFrameMkLst>
        </pc:graphicFrameChg>
      </pc:sldChg>
      <pc:sldChg chg="addSp delSp modSp add mod">
        <pc:chgData name="Anchan, Vandana" userId="a00bd116-8f33-417e-b477-66ae0d6489ef" providerId="ADAL" clId="{B280AA61-C27B-402B-A457-50F4F7E7C4D3}" dt="2026-06-29T11:39:53.840" v="4563" actId="20577"/>
        <pc:sldMkLst>
          <pc:docMk/>
          <pc:sldMk cId="1547611777" sldId="263"/>
        </pc:sldMkLst>
        <pc:spChg chg="add del mod">
          <ac:chgData name="Anchan, Vandana" userId="a00bd116-8f33-417e-b477-66ae0d6489ef" providerId="ADAL" clId="{B280AA61-C27B-402B-A457-50F4F7E7C4D3}" dt="2026-06-29T08:59:09.890" v="1018" actId="478"/>
          <ac:spMkLst>
            <pc:docMk/>
            <pc:sldMk cId="1547611777" sldId="263"/>
            <ac:spMk id="3" creationId="{A6AFDEB0-76AB-9ADD-C434-49DC3F13BD72}"/>
          </ac:spMkLst>
        </pc:spChg>
        <pc:spChg chg="add del mod">
          <ac:chgData name="Anchan, Vandana" userId="a00bd116-8f33-417e-b477-66ae0d6489ef" providerId="ADAL" clId="{B280AA61-C27B-402B-A457-50F4F7E7C4D3}" dt="2026-06-29T08:59:57.560" v="1038" actId="478"/>
          <ac:spMkLst>
            <pc:docMk/>
            <pc:sldMk cId="1547611777" sldId="263"/>
            <ac:spMk id="5" creationId="{33CA9700-D724-BA34-EFD4-55BC3CB954DB}"/>
          </ac:spMkLst>
        </pc:spChg>
        <pc:spChg chg="add del mod">
          <ac:chgData name="Anchan, Vandana" userId="a00bd116-8f33-417e-b477-66ae0d6489ef" providerId="ADAL" clId="{B280AA61-C27B-402B-A457-50F4F7E7C4D3}" dt="2026-06-29T09:03:48.077" v="1194" actId="478"/>
          <ac:spMkLst>
            <pc:docMk/>
            <pc:sldMk cId="1547611777" sldId="263"/>
            <ac:spMk id="7" creationId="{3E9FD019-A738-798D-5EBB-112A571C9CF4}"/>
          </ac:spMkLst>
        </pc:spChg>
        <pc:spChg chg="add del mod">
          <ac:chgData name="Anchan, Vandana" userId="a00bd116-8f33-417e-b477-66ae0d6489ef" providerId="ADAL" clId="{B280AA61-C27B-402B-A457-50F4F7E7C4D3}" dt="2026-06-29T09:03:48.077" v="1194" actId="478"/>
          <ac:spMkLst>
            <pc:docMk/>
            <pc:sldMk cId="1547611777" sldId="263"/>
            <ac:spMk id="9" creationId="{C834A5C8-AE32-A1B5-5E86-4148C2F3CD17}"/>
          </ac:spMkLst>
        </pc:spChg>
        <pc:spChg chg="add mod">
          <ac:chgData name="Anchan, Vandana" userId="a00bd116-8f33-417e-b477-66ae0d6489ef" providerId="ADAL" clId="{B280AA61-C27B-402B-A457-50F4F7E7C4D3}" dt="2026-06-29T09:26:35.876" v="2085" actId="1038"/>
          <ac:spMkLst>
            <pc:docMk/>
            <pc:sldMk cId="1547611777" sldId="263"/>
            <ac:spMk id="10" creationId="{16ED458C-5644-8242-FBAD-5C4D80CC7D3F}"/>
          </ac:spMkLst>
        </pc:spChg>
        <pc:spChg chg="add mod ord">
          <ac:chgData name="Anchan, Vandana" userId="a00bd116-8f33-417e-b477-66ae0d6489ef" providerId="ADAL" clId="{B280AA61-C27B-402B-A457-50F4F7E7C4D3}" dt="2026-06-29T09:26:35.876" v="2085" actId="1038"/>
          <ac:spMkLst>
            <pc:docMk/>
            <pc:sldMk cId="1547611777" sldId="263"/>
            <ac:spMk id="11" creationId="{48CE94F4-F7CE-251E-81D7-ECC66D5299F6}"/>
          </ac:spMkLst>
        </pc:spChg>
        <pc:spChg chg="add mod">
          <ac:chgData name="Anchan, Vandana" userId="a00bd116-8f33-417e-b477-66ae0d6489ef" providerId="ADAL" clId="{B280AA61-C27B-402B-A457-50F4F7E7C4D3}" dt="2026-06-29T09:26:20.052" v="2069" actId="14100"/>
          <ac:spMkLst>
            <pc:docMk/>
            <pc:sldMk cId="1547611777" sldId="263"/>
            <ac:spMk id="12" creationId="{C2F72556-E172-2695-FE71-ED43B05E9B91}"/>
          </ac:spMkLst>
        </pc:spChg>
        <pc:spChg chg="add mod">
          <ac:chgData name="Anchan, Vandana" userId="a00bd116-8f33-417e-b477-66ae0d6489ef" providerId="ADAL" clId="{B280AA61-C27B-402B-A457-50F4F7E7C4D3}" dt="2026-06-29T09:04:18.282" v="1195"/>
          <ac:spMkLst>
            <pc:docMk/>
            <pc:sldMk cId="1547611777" sldId="263"/>
            <ac:spMk id="13" creationId="{1297F3EC-65AA-16C4-33D4-6D8EB208BB3F}"/>
          </ac:spMkLst>
        </pc:spChg>
        <pc:spChg chg="add mod">
          <ac:chgData name="Anchan, Vandana" userId="a00bd116-8f33-417e-b477-66ae0d6489ef" providerId="ADAL" clId="{B280AA61-C27B-402B-A457-50F4F7E7C4D3}" dt="2026-06-29T09:04:18.282" v="1195"/>
          <ac:spMkLst>
            <pc:docMk/>
            <pc:sldMk cId="1547611777" sldId="263"/>
            <ac:spMk id="14" creationId="{BF819210-2965-EBD4-C2C3-53EE8B973BAE}"/>
          </ac:spMkLst>
        </pc:spChg>
        <pc:spChg chg="add mod">
          <ac:chgData name="Anchan, Vandana" userId="a00bd116-8f33-417e-b477-66ae0d6489ef" providerId="ADAL" clId="{B280AA61-C27B-402B-A457-50F4F7E7C4D3}" dt="2026-06-29T09:28:00.695" v="2218" actId="1038"/>
          <ac:spMkLst>
            <pc:docMk/>
            <pc:sldMk cId="1547611777" sldId="263"/>
            <ac:spMk id="15" creationId="{53D17B44-C578-F545-80D3-D025A968D97B}"/>
          </ac:spMkLst>
        </pc:spChg>
        <pc:spChg chg="add mod">
          <ac:chgData name="Anchan, Vandana" userId="a00bd116-8f33-417e-b477-66ae0d6489ef" providerId="ADAL" clId="{B280AA61-C27B-402B-A457-50F4F7E7C4D3}" dt="2026-06-29T09:28:00.695" v="2218" actId="1038"/>
          <ac:spMkLst>
            <pc:docMk/>
            <pc:sldMk cId="1547611777" sldId="263"/>
            <ac:spMk id="16" creationId="{237F6269-A3F3-19EE-61DB-1EF5B5266053}"/>
          </ac:spMkLst>
        </pc:spChg>
        <pc:spChg chg="add mod">
          <ac:chgData name="Anchan, Vandana" userId="a00bd116-8f33-417e-b477-66ae0d6489ef" providerId="ADAL" clId="{B280AA61-C27B-402B-A457-50F4F7E7C4D3}" dt="2026-06-29T09:28:03.982" v="2219" actId="1037"/>
          <ac:spMkLst>
            <pc:docMk/>
            <pc:sldMk cId="1547611777" sldId="263"/>
            <ac:spMk id="17" creationId="{9372C189-6122-2CF9-F808-5C76ED5FA807}"/>
          </ac:spMkLst>
        </pc:spChg>
        <pc:spChg chg="add del mod">
          <ac:chgData name="Anchan, Vandana" userId="a00bd116-8f33-417e-b477-66ae0d6489ef" providerId="ADAL" clId="{B280AA61-C27B-402B-A457-50F4F7E7C4D3}" dt="2026-06-29T09:28:19.270" v="2235" actId="478"/>
          <ac:spMkLst>
            <pc:docMk/>
            <pc:sldMk cId="1547611777" sldId="263"/>
            <ac:spMk id="18" creationId="{7F05B148-E91C-8485-1BF4-9EF1F1D14DA7}"/>
          </ac:spMkLst>
        </pc:spChg>
        <pc:spChg chg="add mod">
          <ac:chgData name="Anchan, Vandana" userId="a00bd116-8f33-417e-b477-66ae0d6489ef" providerId="ADAL" clId="{B280AA61-C27B-402B-A457-50F4F7E7C4D3}" dt="2026-06-29T09:26:56.319" v="2116" actId="1038"/>
          <ac:spMkLst>
            <pc:docMk/>
            <pc:sldMk cId="1547611777" sldId="263"/>
            <ac:spMk id="19" creationId="{9C4A4491-F6FA-A0F5-2868-D1192652281E}"/>
          </ac:spMkLst>
        </pc:spChg>
        <pc:spChg chg="add mod">
          <ac:chgData name="Anchan, Vandana" userId="a00bd116-8f33-417e-b477-66ae0d6489ef" providerId="ADAL" clId="{B280AA61-C27B-402B-A457-50F4F7E7C4D3}" dt="2026-06-29T09:26:56.319" v="2116" actId="1038"/>
          <ac:spMkLst>
            <pc:docMk/>
            <pc:sldMk cId="1547611777" sldId="263"/>
            <ac:spMk id="20" creationId="{E1F5F677-7D2A-B173-37B5-E368F6CAD18B}"/>
          </ac:spMkLst>
        </pc:spChg>
        <pc:spChg chg="add mod">
          <ac:chgData name="Anchan, Vandana" userId="a00bd116-8f33-417e-b477-66ae0d6489ef" providerId="ADAL" clId="{B280AA61-C27B-402B-A457-50F4F7E7C4D3}" dt="2026-06-29T11:39:53.840" v="4563" actId="20577"/>
          <ac:spMkLst>
            <pc:docMk/>
            <pc:sldMk cId="1547611777" sldId="263"/>
            <ac:spMk id="21" creationId="{54F0506F-B56B-926B-CDF6-C75776C85557}"/>
          </ac:spMkLst>
        </pc:spChg>
        <pc:spChg chg="add del mod">
          <ac:chgData name="Anchan, Vandana" userId="a00bd116-8f33-417e-b477-66ae0d6489ef" providerId="ADAL" clId="{B280AA61-C27B-402B-A457-50F4F7E7C4D3}" dt="2026-06-29T09:28:19.270" v="2235" actId="478"/>
          <ac:spMkLst>
            <pc:docMk/>
            <pc:sldMk cId="1547611777" sldId="263"/>
            <ac:spMk id="22" creationId="{D5BBA323-2C26-7138-F5AC-C121113ADE1E}"/>
          </ac:spMkLst>
        </pc:spChg>
        <pc:spChg chg="add mod ord">
          <ac:chgData name="Anchan, Vandana" userId="a00bd116-8f33-417e-b477-66ae0d6489ef" providerId="ADAL" clId="{B280AA61-C27B-402B-A457-50F4F7E7C4D3}" dt="2026-06-29T09:29:14.468" v="2283" actId="1035"/>
          <ac:spMkLst>
            <pc:docMk/>
            <pc:sldMk cId="1547611777" sldId="263"/>
            <ac:spMk id="23" creationId="{5DFDE338-031A-AADD-20DD-502F42BF873F}"/>
          </ac:spMkLst>
        </pc:spChg>
        <pc:spChg chg="add mod">
          <ac:chgData name="Anchan, Vandana" userId="a00bd116-8f33-417e-b477-66ae0d6489ef" providerId="ADAL" clId="{B280AA61-C27B-402B-A457-50F4F7E7C4D3}" dt="2026-06-29T09:28:13.675" v="2234" actId="1036"/>
          <ac:spMkLst>
            <pc:docMk/>
            <pc:sldMk cId="1547611777" sldId="263"/>
            <ac:spMk id="26" creationId="{96B9B1D5-DD4C-1CBB-2AD2-BEC1E2970870}"/>
          </ac:spMkLst>
        </pc:spChg>
        <pc:spChg chg="add mod">
          <ac:chgData name="Anchan, Vandana" userId="a00bd116-8f33-417e-b477-66ae0d6489ef" providerId="ADAL" clId="{B280AA61-C27B-402B-A457-50F4F7E7C4D3}" dt="2026-06-29T09:28:13.675" v="2234" actId="1036"/>
          <ac:spMkLst>
            <pc:docMk/>
            <pc:sldMk cId="1547611777" sldId="263"/>
            <ac:spMk id="27" creationId="{3E9FD140-F56E-256F-E0B8-6D032135A137}"/>
          </ac:spMkLst>
        </pc:spChg>
        <pc:spChg chg="add del mod">
          <ac:chgData name="Anchan, Vandana" userId="a00bd116-8f33-417e-b477-66ae0d6489ef" providerId="ADAL" clId="{B280AA61-C27B-402B-A457-50F4F7E7C4D3}" dt="2026-06-29T09:30:58.708" v="2392" actId="1036"/>
          <ac:spMkLst>
            <pc:docMk/>
            <pc:sldMk cId="1547611777" sldId="263"/>
            <ac:spMk id="28" creationId="{85D3C65A-96D6-BCDF-F847-1D6BA4CA99BE}"/>
          </ac:spMkLst>
        </pc:spChg>
        <pc:spChg chg="mod">
          <ac:chgData name="Anchan, Vandana" userId="a00bd116-8f33-417e-b477-66ae0d6489ef" providerId="ADAL" clId="{B280AA61-C27B-402B-A457-50F4F7E7C4D3}" dt="2026-06-29T09:31:50.085" v="2412" actId="1036"/>
          <ac:spMkLst>
            <pc:docMk/>
            <pc:sldMk cId="1547611777" sldId="263"/>
            <ac:spMk id="185" creationId="{EC444AAF-9DAB-2F5A-B6DE-9E74C6A8163D}"/>
          </ac:spMkLst>
        </pc:spChg>
        <pc:spChg chg="del">
          <ac:chgData name="Anchan, Vandana" userId="a00bd116-8f33-417e-b477-66ae0d6489ef" providerId="ADAL" clId="{B280AA61-C27B-402B-A457-50F4F7E7C4D3}" dt="2026-06-29T08:59:00.635" v="1017" actId="478"/>
          <ac:spMkLst>
            <pc:docMk/>
            <pc:sldMk cId="1547611777" sldId="263"/>
            <ac:spMk id="186" creationId="{CBF4AF88-0E53-6BB2-B194-D27285F6B839}"/>
          </ac:spMkLst>
        </pc:spChg>
        <pc:spChg chg="del">
          <ac:chgData name="Anchan, Vandana" userId="a00bd116-8f33-417e-b477-66ae0d6489ef" providerId="ADAL" clId="{B280AA61-C27B-402B-A457-50F4F7E7C4D3}" dt="2026-06-29T08:59:00.635" v="1017" actId="478"/>
          <ac:spMkLst>
            <pc:docMk/>
            <pc:sldMk cId="1547611777" sldId="263"/>
            <ac:spMk id="187" creationId="{245ABA66-1572-1B30-6652-FD0DEB99A2B8}"/>
          </ac:spMkLst>
        </pc:spChg>
        <pc:spChg chg="del">
          <ac:chgData name="Anchan, Vandana" userId="a00bd116-8f33-417e-b477-66ae0d6489ef" providerId="ADAL" clId="{B280AA61-C27B-402B-A457-50F4F7E7C4D3}" dt="2026-06-29T08:59:00.635" v="1017" actId="478"/>
          <ac:spMkLst>
            <pc:docMk/>
            <pc:sldMk cId="1547611777" sldId="263"/>
            <ac:spMk id="188" creationId="{F4A688D6-F2CE-F7A7-B10C-4B9984B67857}"/>
          </ac:spMkLst>
        </pc:spChg>
        <pc:spChg chg="del">
          <ac:chgData name="Anchan, Vandana" userId="a00bd116-8f33-417e-b477-66ae0d6489ef" providerId="ADAL" clId="{B280AA61-C27B-402B-A457-50F4F7E7C4D3}" dt="2026-06-29T08:59:00.635" v="1017" actId="478"/>
          <ac:spMkLst>
            <pc:docMk/>
            <pc:sldMk cId="1547611777" sldId="263"/>
            <ac:spMk id="189" creationId="{BB17604A-5484-CD6F-C6CD-03D78333FD91}"/>
          </ac:spMkLst>
        </pc:spChg>
        <pc:spChg chg="del">
          <ac:chgData name="Anchan, Vandana" userId="a00bd116-8f33-417e-b477-66ae0d6489ef" providerId="ADAL" clId="{B280AA61-C27B-402B-A457-50F4F7E7C4D3}" dt="2026-06-29T08:59:00.635" v="1017" actId="478"/>
          <ac:spMkLst>
            <pc:docMk/>
            <pc:sldMk cId="1547611777" sldId="263"/>
            <ac:spMk id="190" creationId="{764F48D9-DF19-7E48-DF40-F628639C1877}"/>
          </ac:spMkLst>
        </pc:spChg>
        <pc:graphicFrameChg chg="add mod">
          <ac:chgData name="Anchan, Vandana" userId="a00bd116-8f33-417e-b477-66ae0d6489ef" providerId="ADAL" clId="{B280AA61-C27B-402B-A457-50F4F7E7C4D3}" dt="2026-06-29T09:29:45.557" v="2285"/>
          <ac:graphicFrameMkLst>
            <pc:docMk/>
            <pc:sldMk cId="1547611777" sldId="263"/>
            <ac:graphicFrameMk id="29" creationId="{1105FD8A-87AB-F93B-D6A8-20BEBFBD4A9E}"/>
          </ac:graphicFrameMkLst>
        </pc:graphicFrameChg>
        <pc:picChg chg="add mod">
          <ac:chgData name="Anchan, Vandana" userId="a00bd116-8f33-417e-b477-66ae0d6489ef" providerId="ADAL" clId="{B280AA61-C27B-402B-A457-50F4F7E7C4D3}" dt="2026-06-29T09:28:00.695" v="2218" actId="1038"/>
          <ac:picMkLst>
            <pc:docMk/>
            <pc:sldMk cId="1547611777" sldId="263"/>
            <ac:picMk id="25" creationId="{0D3E9C15-D866-9992-34A8-E89ED33FCCFC}"/>
          </ac:picMkLst>
        </pc:picChg>
      </pc:sldChg>
      <pc:sldChg chg="addSp delSp modSp add del mod">
        <pc:chgData name="Anchan, Vandana" userId="a00bd116-8f33-417e-b477-66ae0d6489ef" providerId="ADAL" clId="{B280AA61-C27B-402B-A457-50F4F7E7C4D3}" dt="2026-06-29T11:59:30.944" v="5135" actId="47"/>
        <pc:sldMkLst>
          <pc:docMk/>
          <pc:sldMk cId="651501110" sldId="264"/>
        </pc:sldMkLst>
        <pc:spChg chg="add del mod">
          <ac:chgData name="Anchan, Vandana" userId="a00bd116-8f33-417e-b477-66ae0d6489ef" providerId="ADAL" clId="{B280AA61-C27B-402B-A457-50F4F7E7C4D3}" dt="2026-06-29T11:50:46.847" v="4731"/>
          <ac:spMkLst>
            <pc:docMk/>
            <pc:sldMk cId="651501110" sldId="264"/>
            <ac:spMk id="2" creationId="{F15D6D3E-CACE-44B1-1FB0-50EE62C5597E}"/>
          </ac:spMkLst>
        </pc:spChg>
        <pc:spChg chg="del">
          <ac:chgData name="Anchan, Vandana" userId="a00bd116-8f33-417e-b477-66ae0d6489ef" providerId="ADAL" clId="{B280AA61-C27B-402B-A457-50F4F7E7C4D3}" dt="2026-06-29T11:50:28.163" v="4728" actId="478"/>
          <ac:spMkLst>
            <pc:docMk/>
            <pc:sldMk cId="651501110" sldId="264"/>
            <ac:spMk id="4" creationId="{C2683653-B32A-1432-5000-655C1BA837CD}"/>
          </ac:spMkLst>
        </pc:spChg>
        <pc:spChg chg="add mod">
          <ac:chgData name="Anchan, Vandana" userId="a00bd116-8f33-417e-b477-66ae0d6489ef" providerId="ADAL" clId="{B280AA61-C27B-402B-A457-50F4F7E7C4D3}" dt="2026-06-29T11:53:25.953" v="4861" actId="20577"/>
          <ac:spMkLst>
            <pc:docMk/>
            <pc:sldMk cId="651501110" sldId="264"/>
            <ac:spMk id="6" creationId="{BDBAC5EB-BD57-A15D-0AF5-BA8FA16EE8D2}"/>
          </ac:spMkLst>
        </pc:spChg>
        <pc:spChg chg="add del mod">
          <ac:chgData name="Anchan, Vandana" userId="a00bd116-8f33-417e-b477-66ae0d6489ef" providerId="ADAL" clId="{B280AA61-C27B-402B-A457-50F4F7E7C4D3}" dt="2026-06-29T11:52:14.459" v="4739"/>
          <ac:spMkLst>
            <pc:docMk/>
            <pc:sldMk cId="651501110" sldId="264"/>
            <ac:spMk id="7" creationId="{DCCFF3EF-EDA9-39A4-5514-07774FFA82F4}"/>
          </ac:spMkLst>
        </pc:spChg>
        <pc:graphicFrameChg chg="add mod">
          <ac:chgData name="Anchan, Vandana" userId="a00bd116-8f33-417e-b477-66ae0d6489ef" providerId="ADAL" clId="{B280AA61-C27B-402B-A457-50F4F7E7C4D3}" dt="2026-06-29T11:52:11.177" v="4737"/>
          <ac:graphicFrameMkLst>
            <pc:docMk/>
            <pc:sldMk cId="651501110" sldId="264"/>
            <ac:graphicFrameMk id="8" creationId="{6BCBC55D-374F-35ED-BB15-7CD56A5EE090}"/>
          </ac:graphicFrameMkLst>
        </pc:graphicFrameChg>
      </pc:sldChg>
    </pc:docChg>
  </pc:docChgLst>
  <pc:docChgLst>
    <pc:chgData name="Melkunde, Komal Sanjeev" userId="f676dd90-4650-43f0-af3e-8b2bba76745d" providerId="ADAL" clId="{3C0C8901-3D09-4AFC-9C9F-08F58DD76655}"/>
    <pc:docChg chg="custSel modSld">
      <pc:chgData name="Melkunde, Komal Sanjeev" userId="f676dd90-4650-43f0-af3e-8b2bba76745d" providerId="ADAL" clId="{3C0C8901-3D09-4AFC-9C9F-08F58DD76655}" dt="2026-06-29T12:54:44.536" v="117" actId="255"/>
      <pc:docMkLst>
        <pc:docMk/>
      </pc:docMkLst>
      <pc:sldChg chg="addSp delSp modSp mod">
        <pc:chgData name="Melkunde, Komal Sanjeev" userId="f676dd90-4650-43f0-af3e-8b2bba76745d" providerId="ADAL" clId="{3C0C8901-3D09-4AFC-9C9F-08F58DD76655}" dt="2026-06-29T12:54:44.536" v="117" actId="255"/>
        <pc:sldMkLst>
          <pc:docMk/>
          <pc:sldMk cId="0" sldId="257"/>
        </pc:sldMkLst>
        <pc:spChg chg="add del mod">
          <ac:chgData name="Melkunde, Komal Sanjeev" userId="f676dd90-4650-43f0-af3e-8b2bba76745d" providerId="ADAL" clId="{3C0C8901-3D09-4AFC-9C9F-08F58DD76655}" dt="2026-06-29T12:45:30.781" v="13" actId="478"/>
          <ac:spMkLst>
            <pc:docMk/>
            <pc:sldMk cId="0" sldId="257"/>
            <ac:spMk id="2" creationId="{1EF101CD-3C36-EA02-7260-625FE2141C78}"/>
          </ac:spMkLst>
        </pc:spChg>
        <pc:spChg chg="mod">
          <ac:chgData name="Melkunde, Komal Sanjeev" userId="f676dd90-4650-43f0-af3e-8b2bba76745d" providerId="ADAL" clId="{3C0C8901-3D09-4AFC-9C9F-08F58DD76655}" dt="2026-06-29T12:24:51.742" v="8" actId="1076"/>
          <ac:spMkLst>
            <pc:docMk/>
            <pc:sldMk cId="0" sldId="257"/>
            <ac:spMk id="7" creationId="{27328FFB-D661-2992-C77A-33DBFEC5A31A}"/>
          </ac:spMkLst>
        </pc:spChg>
        <pc:spChg chg="mod">
          <ac:chgData name="Melkunde, Komal Sanjeev" userId="f676dd90-4650-43f0-af3e-8b2bba76745d" providerId="ADAL" clId="{3C0C8901-3D09-4AFC-9C9F-08F58DD76655}" dt="2026-06-29T12:54:33.194" v="116" actId="255"/>
          <ac:spMkLst>
            <pc:docMk/>
            <pc:sldMk cId="0" sldId="257"/>
            <ac:spMk id="8" creationId="{0C7B7086-7077-3E88-3A3B-BB85914931FB}"/>
          </ac:spMkLst>
        </pc:spChg>
        <pc:spChg chg="mod">
          <ac:chgData name="Melkunde, Komal Sanjeev" userId="f676dd90-4650-43f0-af3e-8b2bba76745d" providerId="ADAL" clId="{3C0C8901-3D09-4AFC-9C9F-08F58DD76655}" dt="2026-06-29T12:25:00.237" v="10" actId="1076"/>
          <ac:spMkLst>
            <pc:docMk/>
            <pc:sldMk cId="0" sldId="257"/>
            <ac:spMk id="9" creationId="{47084801-6BD5-399A-E03B-A5C5F6206FB1}"/>
          </ac:spMkLst>
        </pc:spChg>
        <pc:spChg chg="mod">
          <ac:chgData name="Melkunde, Komal Sanjeev" userId="f676dd90-4650-43f0-af3e-8b2bba76745d" providerId="ADAL" clId="{3C0C8901-3D09-4AFC-9C9F-08F58DD76655}" dt="2026-06-29T12:54:44.536" v="117" actId="255"/>
          <ac:spMkLst>
            <pc:docMk/>
            <pc:sldMk cId="0" sldId="257"/>
            <ac:spMk id="10" creationId="{1875724B-24E5-297D-6033-5018E11868D8}"/>
          </ac:spMkLst>
        </pc:spChg>
        <pc:spChg chg="mod">
          <ac:chgData name="Melkunde, Komal Sanjeev" userId="f676dd90-4650-43f0-af3e-8b2bba76745d" providerId="ADAL" clId="{3C0C8901-3D09-4AFC-9C9F-08F58DD76655}" dt="2026-06-29T12:24:55.776" v="9" actId="1076"/>
          <ac:spMkLst>
            <pc:docMk/>
            <pc:sldMk cId="0" sldId="257"/>
            <ac:spMk id="11" creationId="{32A976A1-A113-3EFA-DEBC-67A075BDD3F1}"/>
          </ac:spMkLst>
        </pc:spChg>
        <pc:picChg chg="add mod modCrop">
          <ac:chgData name="Melkunde, Komal Sanjeev" userId="f676dd90-4650-43f0-af3e-8b2bba76745d" providerId="ADAL" clId="{3C0C8901-3D09-4AFC-9C9F-08F58DD76655}" dt="2026-06-29T12:52:58.376" v="112" actId="14100"/>
          <ac:picMkLst>
            <pc:docMk/>
            <pc:sldMk cId="0" sldId="257"/>
            <ac:picMk id="4" creationId="{A428DC1A-622E-BC2E-F872-942C59F080BA}"/>
          </ac:picMkLst>
        </pc:picChg>
        <pc:picChg chg="mod">
          <ac:chgData name="Melkunde, Komal Sanjeev" userId="f676dd90-4650-43f0-af3e-8b2bba76745d" providerId="ADAL" clId="{3C0C8901-3D09-4AFC-9C9F-08F58DD76655}" dt="2026-06-29T12:52:40.810" v="111" actId="14100"/>
          <ac:picMkLst>
            <pc:docMk/>
            <pc:sldMk cId="0" sldId="257"/>
            <ac:picMk id="5" creationId="{6AEF70CF-0092-3181-B102-BCC661E12ABF}"/>
          </ac:picMkLst>
        </pc:picChg>
        <pc:picChg chg="mod">
          <ac:chgData name="Melkunde, Komal Sanjeev" userId="f676dd90-4650-43f0-af3e-8b2bba76745d" providerId="ADAL" clId="{3C0C8901-3D09-4AFC-9C9F-08F58DD76655}" dt="2026-06-29T12:53:03.459" v="113" actId="14100"/>
          <ac:picMkLst>
            <pc:docMk/>
            <pc:sldMk cId="0" sldId="257"/>
            <ac:picMk id="17" creationId="{630B2778-C6A0-D205-E6CD-481A1667855F}"/>
          </ac:picMkLst>
        </pc:picChg>
        <pc:picChg chg="del">
          <ac:chgData name="Melkunde, Komal Sanjeev" userId="f676dd90-4650-43f0-af3e-8b2bba76745d" providerId="ADAL" clId="{3C0C8901-3D09-4AFC-9C9F-08F58DD76655}" dt="2026-06-29T12:40:58.196" v="11" actId="478"/>
          <ac:picMkLst>
            <pc:docMk/>
            <pc:sldMk cId="0" sldId="257"/>
            <ac:picMk id="4100" creationId="{26309A72-1633-EADC-EF53-4F53E2F07941}"/>
          </ac:picMkLst>
        </pc:picChg>
        <pc:picChg chg="mod">
          <ac:chgData name="Melkunde, Komal Sanjeev" userId="f676dd90-4650-43f0-af3e-8b2bba76745d" providerId="ADAL" clId="{3C0C8901-3D09-4AFC-9C9F-08F58DD76655}" dt="2026-06-29T12:52:36.566" v="110" actId="14100"/>
          <ac:picMkLst>
            <pc:docMk/>
            <pc:sldMk cId="0" sldId="257"/>
            <ac:picMk id="4102" creationId="{0A88C93E-9D50-DC7D-3AEC-2557BCF1B3A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4029686E-7200-3045-3C22-19E4CCD90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>
            <a:extLst>
              <a:ext uri="{FF2B5EF4-FFF2-40B4-BE49-F238E27FC236}">
                <a16:creationId xmlns:a16="http://schemas.microsoft.com/office/drawing/2014/main" id="{69A0986A-A909-49A1-032D-F5AB2D5C5B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" name="Google Shape;183;p3:notes">
            <a:extLst>
              <a:ext uri="{FF2B5EF4-FFF2-40B4-BE49-F238E27FC236}">
                <a16:creationId xmlns:a16="http://schemas.microsoft.com/office/drawing/2014/main" id="{12B7BC2A-CEB1-54C5-9D6E-A51A63FDC4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8576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Section Header">
    <p:bg>
      <p:bgPr>
        <a:solidFill>
          <a:srgbClr val="0BA2B3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89770" y="5461000"/>
            <a:ext cx="15240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9"/>
          <p:cNvSpPr/>
          <p:nvPr/>
        </p:nvSpPr>
        <p:spPr>
          <a:xfrm>
            <a:off x="3554946" y="4955133"/>
            <a:ext cx="2120057" cy="1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body" idx="1"/>
          </p:nvPr>
        </p:nvSpPr>
        <p:spPr>
          <a:xfrm>
            <a:off x="640800" y="5886454"/>
            <a:ext cx="8280000" cy="451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title"/>
          </p:nvPr>
        </p:nvSpPr>
        <p:spPr>
          <a:xfrm>
            <a:off x="640800" y="4843803"/>
            <a:ext cx="8280000" cy="1037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6" name="Google Shape;1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6196" y="435122"/>
            <a:ext cx="1116970" cy="363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logo">
  <p:cSld name="Slide with log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0"/>
          <p:cNvSpPr/>
          <p:nvPr/>
        </p:nvSpPr>
        <p:spPr>
          <a:xfrm>
            <a:off x="10297948" y="1240221"/>
            <a:ext cx="1481958" cy="67266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31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rgbClr val="B4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2 Contents">
  <p:cSld name="Title and 2 Conten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9650" y="0"/>
            <a:ext cx="6089650" cy="208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692400"/>
            <a:ext cx="4178300" cy="41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body" idx="2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body" idx="3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4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7661" y="404660"/>
            <a:ext cx="1063903" cy="34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ustom Layout">
  <p:cSld name="Custom Layou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>
            <a:spLocks noGrp="1"/>
          </p:cNvSpPr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12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348" y="393566"/>
            <a:ext cx="6557643" cy="355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accen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97670" y="5461000"/>
            <a:ext cx="18161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29" y="190499"/>
            <a:ext cx="18161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3"/>
          <p:cNvSpPr/>
          <p:nvPr/>
        </p:nvSpPr>
        <p:spPr>
          <a:xfrm>
            <a:off x="3554946" y="4955133"/>
            <a:ext cx="2120057" cy="1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2" name="Google Shape;42;p13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640800" y="5850000"/>
            <a:ext cx="3818481" cy="630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322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A32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640800" y="4574120"/>
            <a:ext cx="8822225" cy="914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3"/>
          </p:nvPr>
        </p:nvSpPr>
        <p:spPr>
          <a:xfrm>
            <a:off x="644227" y="2845823"/>
            <a:ext cx="8820000" cy="151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6" name="Google Shape;4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21449" y="507429"/>
            <a:ext cx="1496116" cy="748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2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Dark">
  <p:cSld name="Title and Content Dark">
    <p:bg>
      <p:bgPr>
        <a:solidFill>
          <a:schemeClr val="accent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2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 Teal">
  <p:cSld name="1_Title and Content Teal">
    <p:bg>
      <p:bgPr>
        <a:solidFill>
          <a:schemeClr val="accent4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only">
  <p:cSld name="Headlin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eadline only Dark">
  <p:cSld name="Headline only Dark">
    <p:bg>
      <p:bgPr>
        <a:solidFill>
          <a:schemeClr val="accent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Headline only Teal">
  <p:cSld name="1_Headline only Teal">
    <p:bg>
      <p:bgPr>
        <a:solidFill>
          <a:schemeClr val="accent4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>
  <p:cSld name="Comparison">
    <p:bg>
      <p:bgPr>
        <a:solidFill>
          <a:schemeClr val="accent3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75678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>
            <a:off x="359999" y="1674394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>
            <a:off x="6480000" y="1674393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body" idx="2"/>
          </p:nvPr>
        </p:nvSpPr>
        <p:spPr>
          <a:xfrm>
            <a:off x="648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528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3"/>
          </p:nvPr>
        </p:nvSpPr>
        <p:spPr>
          <a:xfrm>
            <a:off x="36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528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20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Slide">
  <p:cSld name="Quote Slide">
    <p:bg>
      <p:bgPr>
        <a:solidFill>
          <a:schemeClr val="accent2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/>
          <p:nvPr/>
        </p:nvSpPr>
        <p:spPr>
          <a:xfrm>
            <a:off x="3554946" y="4955133"/>
            <a:ext cx="2120057" cy="1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0" name="Google Shape;90;p21"/>
          <p:cNvSpPr txBox="1"/>
          <p:nvPr/>
        </p:nvSpPr>
        <p:spPr>
          <a:xfrm>
            <a:off x="1343734" y="2179914"/>
            <a:ext cx="239177" cy="327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lang="en-US" sz="3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1" name="Google Shape;91;p21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/>
          <p:nvPr/>
        </p:nvSpPr>
        <p:spPr>
          <a:xfrm rot="10800000" flipH="1">
            <a:off x="9366432" y="5569929"/>
            <a:ext cx="505472" cy="505473"/>
          </a:xfrm>
          <a:prstGeom prst="rect">
            <a:avLst/>
          </a:prstGeom>
          <a:solidFill>
            <a:srgbClr val="0BA2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1"/>
          <p:cNvSpPr txBox="1">
            <a:spLocks noGrp="1"/>
          </p:cNvSpPr>
          <p:nvPr>
            <p:ph type="title"/>
          </p:nvPr>
        </p:nvSpPr>
        <p:spPr>
          <a:xfrm>
            <a:off x="1591200" y="2187168"/>
            <a:ext cx="8405525" cy="1977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body" idx="1"/>
          </p:nvPr>
        </p:nvSpPr>
        <p:spPr>
          <a:xfrm>
            <a:off x="1591200" y="4421963"/>
            <a:ext cx="7025229" cy="8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5" name="Google Shape;95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74886" y="5067046"/>
            <a:ext cx="20066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">
  <p:cSld name="Content with photo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>
            <a:spLocks noGrp="1"/>
          </p:cNvSpPr>
          <p:nvPr>
            <p:ph type="pic" idx="2"/>
          </p:nvPr>
        </p:nvSpPr>
        <p:spPr>
          <a:xfrm>
            <a:off x="7937500" y="1447601"/>
            <a:ext cx="4241800" cy="5410399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2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body" idx="3"/>
          </p:nvPr>
        </p:nvSpPr>
        <p:spPr>
          <a:xfrm>
            <a:off x="360000" y="1799999"/>
            <a:ext cx="720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3" name="Google Shape;103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37500" y="3935445"/>
            <a:ext cx="9652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2"/>
          <p:cNvSpPr txBox="1">
            <a:spLocks noGrp="1"/>
          </p:cNvSpPr>
          <p:nvPr>
            <p:ph type="body" idx="4"/>
          </p:nvPr>
        </p:nvSpPr>
        <p:spPr>
          <a:xfrm>
            <a:off x="2793987" y="4888595"/>
            <a:ext cx="6980036" cy="1969405"/>
          </a:xfrm>
          <a:prstGeom prst="rect">
            <a:avLst/>
          </a:prstGeom>
          <a:solidFill>
            <a:srgbClr val="CCF2FF"/>
          </a:solidFill>
          <a:ln>
            <a:noFill/>
          </a:ln>
        </p:spPr>
        <p:txBody>
          <a:bodyPr spcFirstLastPara="1" wrap="square" lIns="317500" tIns="317500" rIns="317500" bIns="317500" anchor="t" anchorCtr="0">
            <a:noAutofit/>
          </a:bodyPr>
          <a:lstStyle>
            <a:lvl1pPr marL="457200" marR="0" lvl="0" indent="-228600" algn="l" rtl="0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None/>
              <a:defRPr sz="19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22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OC Slide 4">
  <p:cSld name="TOC Slide 4">
    <p:bg>
      <p:bgPr>
        <a:solidFill>
          <a:schemeClr val="accent4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body" idx="1"/>
          </p:nvPr>
        </p:nvSpPr>
        <p:spPr>
          <a:xfrm>
            <a:off x="36000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23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3"/>
          <p:cNvSpPr txBox="1">
            <a:spLocks noGrp="1"/>
          </p:cNvSpPr>
          <p:nvPr>
            <p:ph type="body" idx="2"/>
          </p:nvPr>
        </p:nvSpPr>
        <p:spPr>
          <a:xfrm>
            <a:off x="322999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body" idx="3"/>
          </p:nvPr>
        </p:nvSpPr>
        <p:spPr>
          <a:xfrm>
            <a:off x="609998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body" idx="4"/>
          </p:nvPr>
        </p:nvSpPr>
        <p:spPr>
          <a:xfrm>
            <a:off x="896997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4" name="Google Shape;11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OC Slide 8">
  <p:cSld name="TOC Slide 8">
    <p:bg>
      <p:bgPr>
        <a:solidFill>
          <a:schemeClr val="accent4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4"/>
          <p:cNvSpPr txBox="1">
            <a:spLocks noGrp="1"/>
          </p:cNvSpPr>
          <p:nvPr>
            <p:ph type="body" idx="1"/>
          </p:nvPr>
        </p:nvSpPr>
        <p:spPr>
          <a:xfrm>
            <a:off x="36000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24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4"/>
          <p:cNvSpPr txBox="1">
            <a:spLocks noGrp="1"/>
          </p:cNvSpPr>
          <p:nvPr>
            <p:ph type="body" idx="2"/>
          </p:nvPr>
        </p:nvSpPr>
        <p:spPr>
          <a:xfrm>
            <a:off x="322999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3"/>
          </p:nvPr>
        </p:nvSpPr>
        <p:spPr>
          <a:xfrm>
            <a:off x="609998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4"/>
          </p:nvPr>
        </p:nvSpPr>
        <p:spPr>
          <a:xfrm>
            <a:off x="896997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body" idx="5"/>
          </p:nvPr>
        </p:nvSpPr>
        <p:spPr>
          <a:xfrm>
            <a:off x="36000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body" idx="6"/>
          </p:nvPr>
        </p:nvSpPr>
        <p:spPr>
          <a:xfrm>
            <a:off x="322999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7"/>
          </p:nvPr>
        </p:nvSpPr>
        <p:spPr>
          <a:xfrm>
            <a:off x="609998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8"/>
          </p:nvPr>
        </p:nvSpPr>
        <p:spPr>
          <a:xfrm>
            <a:off x="896997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 slide Table Dark">
  <p:cSld name="Agenda slide Table Dark">
    <p:bg>
      <p:bgPr>
        <a:solidFill>
          <a:schemeClr val="accent2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2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 slide Table">
  <p:cSld name="Agenda slide Table">
    <p:bg>
      <p:bgPr>
        <a:solidFill>
          <a:schemeClr val="accent4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">
  <p:cSld name="Statemen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body" idx="1"/>
          </p:nvPr>
        </p:nvSpPr>
        <p:spPr>
          <a:xfrm>
            <a:off x="360000" y="2610760"/>
            <a:ext cx="3478685" cy="2108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body" idx="2"/>
          </p:nvPr>
        </p:nvSpPr>
        <p:spPr>
          <a:xfrm>
            <a:off x="4308328" y="2610760"/>
            <a:ext cx="3478685" cy="2108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body" idx="3"/>
          </p:nvPr>
        </p:nvSpPr>
        <p:spPr>
          <a:xfrm>
            <a:off x="8256655" y="2610760"/>
            <a:ext cx="3478685" cy="2108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with logo Dark">
  <p:cSld name="Slide with logo Dark">
    <p:bg>
      <p:bgPr>
        <a:solidFill>
          <a:schemeClr val="accent2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Slide with logo Teal">
  <p:cSld name="1_Slide with logo Teal">
    <p:bg>
      <p:bgPr>
        <a:solidFill>
          <a:schemeClr val="accent4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Slide">
  <p:cSld name="Thank You Slide">
    <p:bg>
      <p:bgPr>
        <a:solidFill>
          <a:schemeClr val="accent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30" descr="Imag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0348" y="393566"/>
            <a:ext cx="6557644" cy="355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>
            <a:spLocks noGrp="1"/>
          </p:cNvSpPr>
          <p:nvPr>
            <p:ph type="body" idx="1"/>
          </p:nvPr>
        </p:nvSpPr>
        <p:spPr>
          <a:xfrm>
            <a:off x="617538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body" idx="2"/>
          </p:nvPr>
        </p:nvSpPr>
        <p:spPr>
          <a:xfrm>
            <a:off x="3473690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body" idx="3"/>
          </p:nvPr>
        </p:nvSpPr>
        <p:spPr>
          <a:xfrm>
            <a:off x="6329842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body" idx="4"/>
          </p:nvPr>
        </p:nvSpPr>
        <p:spPr>
          <a:xfrm>
            <a:off x="9185994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body" idx="5"/>
          </p:nvPr>
        </p:nvSpPr>
        <p:spPr>
          <a:xfrm>
            <a:off x="617538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body" idx="6"/>
          </p:nvPr>
        </p:nvSpPr>
        <p:spPr>
          <a:xfrm>
            <a:off x="3473690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30"/>
          <p:cNvSpPr txBox="1">
            <a:spLocks noGrp="1"/>
          </p:cNvSpPr>
          <p:nvPr>
            <p:ph type="body" idx="7"/>
          </p:nvPr>
        </p:nvSpPr>
        <p:spPr>
          <a:xfrm>
            <a:off x="6329842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body" idx="8"/>
          </p:nvPr>
        </p:nvSpPr>
        <p:spPr>
          <a:xfrm>
            <a:off x="9185994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8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" name="Google Shape;9;p8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>
            <a:spLocks noGrp="1"/>
          </p:cNvSpPr>
          <p:nvPr>
            <p:ph type="body" idx="1"/>
          </p:nvPr>
        </p:nvSpPr>
        <p:spPr>
          <a:xfrm>
            <a:off x="554450" y="3984123"/>
            <a:ext cx="836635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Built on UiPath Agentic Automation Platform</a:t>
            </a:r>
          </a:p>
        </p:txBody>
      </p:sp>
      <p:sp>
        <p:nvSpPr>
          <p:cNvPr id="169" name="Google Shape;169;p1"/>
          <p:cNvSpPr txBox="1">
            <a:spLocks noGrp="1"/>
          </p:cNvSpPr>
          <p:nvPr>
            <p:ph type="title"/>
          </p:nvPr>
        </p:nvSpPr>
        <p:spPr>
          <a:xfrm>
            <a:off x="554450" y="1233094"/>
            <a:ext cx="10654324" cy="17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dirty="0"/>
              <a:t>AI-Powered Multi-Agent SDLC Foundry</a:t>
            </a:r>
            <a:br>
              <a:rPr lang="en-IN" dirty="0"/>
            </a:br>
            <a:r>
              <a:rPr lang="en-US" sz="2800" dirty="0"/>
              <a:t>From Requirements to Code – 10x Faster with Autonomous AI Agents</a:t>
            </a:r>
            <a:br>
              <a:rPr lang="en-US" dirty="0"/>
            </a:br>
            <a:br>
              <a:rPr lang="en-IN" dirty="0"/>
            </a:br>
            <a:r>
              <a:rPr lang="en-US" altLang="en-US" sz="1800" dirty="0"/>
              <a:t>Transforming Business Requirements into Production-Ready Automation Using Autonomous AI Agents</a:t>
            </a:r>
            <a:endParaRPr dirty="0"/>
          </a:p>
        </p:txBody>
      </p:sp>
      <p:sp>
        <p:nvSpPr>
          <p:cNvPr id="5" name="Google Shape;169;p1">
            <a:extLst>
              <a:ext uri="{FF2B5EF4-FFF2-40B4-BE49-F238E27FC236}">
                <a16:creationId xmlns:a16="http://schemas.microsoft.com/office/drawing/2014/main" id="{74FF9920-E80E-D7C0-E22F-71B10E0A7F0F}"/>
              </a:ext>
            </a:extLst>
          </p:cNvPr>
          <p:cNvSpPr txBox="1">
            <a:spLocks/>
          </p:cNvSpPr>
          <p:nvPr/>
        </p:nvSpPr>
        <p:spPr>
          <a:xfrm>
            <a:off x="7855575" y="5131719"/>
            <a:ext cx="4818534" cy="140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/>
              <a:t>Team,</a:t>
            </a:r>
            <a:br>
              <a:rPr lang="en-US" sz="2000" dirty="0"/>
            </a:br>
            <a:r>
              <a:rPr lang="en-US" altLang="en-US" sz="2000" b="0" dirty="0">
                <a:solidFill>
                  <a:schemeClr val="tx1"/>
                </a:solidFill>
                <a:latin typeface="Arial" panose="020B0604020202020204" pitchFamily="34" charset="0"/>
              </a:rPr>
              <a:t>👥 Foundry Engineers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"/>
          <p:cNvSpPr/>
          <p:nvPr/>
        </p:nvSpPr>
        <p:spPr>
          <a:xfrm>
            <a:off x="297699" y="4122930"/>
            <a:ext cx="27102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1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Komal Melkunde</a:t>
            </a:r>
            <a:endParaRPr dirty="0"/>
          </a:p>
        </p:txBody>
      </p:sp>
      <p:sp>
        <p:nvSpPr>
          <p:cNvPr id="175" name="Google Shape;175;p2"/>
          <p:cNvSpPr/>
          <p:nvPr/>
        </p:nvSpPr>
        <p:spPr>
          <a:xfrm>
            <a:off x="0" y="4638682"/>
            <a:ext cx="3141701" cy="11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lvl="0" algn="ctr">
              <a:lnSpc>
                <a:spcPct val="137500"/>
              </a:lnSpc>
              <a:buClr>
                <a:schemeClr val="dk1"/>
              </a:buClr>
              <a:buSzPts val="1600"/>
            </a:pPr>
            <a:r>
              <a:rPr lang="en-US" sz="1200" b="1" dirty="0">
                <a:solidFill>
                  <a:schemeClr val="dk1"/>
                </a:solidFill>
              </a:rPr>
              <a:t>RPA Developer | AI Specialist</a:t>
            </a:r>
          </a:p>
          <a:p>
            <a:pPr lvl="0" algn="ctr">
              <a:lnSpc>
                <a:spcPct val="137500"/>
              </a:lnSpc>
              <a:buClr>
                <a:schemeClr val="dk1"/>
              </a:buClr>
              <a:buSzPts val="1600"/>
            </a:pPr>
            <a:r>
              <a:rPr lang="en-US" sz="1200" b="1" dirty="0">
                <a:solidFill>
                  <a:schemeClr val="dk1"/>
                </a:solidFill>
              </a:rPr>
              <a:t> komal-sanjeev.melkunde@capgemini.com</a:t>
            </a:r>
            <a:endParaRPr lang="en-US" sz="1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"/>
          <p:cNvSpPr txBox="1"/>
          <p:nvPr/>
        </p:nvSpPr>
        <p:spPr>
          <a:xfrm>
            <a:off x="221725" y="-96237"/>
            <a:ext cx="9017400" cy="98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000" b="1" dirty="0">
                <a:solidFill>
                  <a:schemeClr val="dk1"/>
                </a:solidFill>
              </a:rPr>
            </a:br>
            <a:r>
              <a:rPr lang="en-US" sz="3000" dirty="0">
                <a:solidFill>
                  <a:schemeClr val="dk1"/>
                </a:solidFill>
              </a:rPr>
              <a:t> </a:t>
            </a:r>
            <a:r>
              <a:rPr lang="en-US" sz="3000" b="1" dirty="0">
                <a:solidFill>
                  <a:schemeClr val="dk1"/>
                </a:solidFill>
              </a:rPr>
              <a:t>Agentic Minds</a:t>
            </a:r>
            <a:r>
              <a:rPr lang="en-US" sz="3000" dirty="0">
                <a:solidFill>
                  <a:schemeClr val="dk1"/>
                </a:solidFill>
              </a:rPr>
              <a:t>​</a:t>
            </a:r>
            <a:endParaRPr sz="30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3000" b="1" dirty="0">
              <a:solidFill>
                <a:schemeClr val="dk1"/>
              </a:solidFill>
            </a:endParaRPr>
          </a:p>
        </p:txBody>
      </p:sp>
      <p:sp>
        <p:nvSpPr>
          <p:cNvPr id="6" name="Google Shape;174;p2">
            <a:extLst>
              <a:ext uri="{FF2B5EF4-FFF2-40B4-BE49-F238E27FC236}">
                <a16:creationId xmlns:a16="http://schemas.microsoft.com/office/drawing/2014/main" id="{EED0AFA1-D034-3BE7-B852-03149D3597FF}"/>
              </a:ext>
            </a:extLst>
          </p:cNvPr>
          <p:cNvSpPr/>
          <p:nvPr/>
        </p:nvSpPr>
        <p:spPr>
          <a:xfrm>
            <a:off x="3330773" y="4106034"/>
            <a:ext cx="27102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1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Vijay Yadav</a:t>
            </a:r>
            <a:endParaRPr dirty="0"/>
          </a:p>
        </p:txBody>
      </p:sp>
      <p:sp>
        <p:nvSpPr>
          <p:cNvPr id="7" name="Google Shape;175;p2">
            <a:extLst>
              <a:ext uri="{FF2B5EF4-FFF2-40B4-BE49-F238E27FC236}">
                <a16:creationId xmlns:a16="http://schemas.microsoft.com/office/drawing/2014/main" id="{27328FFB-D661-2992-C77A-33DBFEC5A31A}"/>
              </a:ext>
            </a:extLst>
          </p:cNvPr>
          <p:cNvSpPr/>
          <p:nvPr/>
        </p:nvSpPr>
        <p:spPr>
          <a:xfrm>
            <a:off x="3141701" y="4659345"/>
            <a:ext cx="3141701" cy="11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lvl="0" algn="ctr">
              <a:lnSpc>
                <a:spcPct val="137500"/>
              </a:lnSpc>
              <a:buClr>
                <a:schemeClr val="dk1"/>
              </a:buClr>
              <a:buSzPts val="1600"/>
            </a:pPr>
            <a:r>
              <a:rPr lang="en-US" sz="1200" b="1" dirty="0">
                <a:solidFill>
                  <a:schemeClr val="dk1"/>
                </a:solidFill>
              </a:rPr>
              <a:t>RPA Developer | AI Specialist </a:t>
            </a:r>
          </a:p>
          <a:p>
            <a:pPr lvl="0" algn="ctr">
              <a:lnSpc>
                <a:spcPct val="137500"/>
              </a:lnSpc>
              <a:buClr>
                <a:schemeClr val="dk1"/>
              </a:buClr>
              <a:buSzPts val="1600"/>
            </a:pPr>
            <a:r>
              <a:rPr lang="en-US" sz="1200" b="1" dirty="0">
                <a:solidFill>
                  <a:schemeClr val="dk1"/>
                </a:solidFill>
              </a:rPr>
              <a:t>vijay-lalmani.yadav@capgemini.com</a:t>
            </a:r>
            <a:endParaRPr lang="en-US" sz="1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4;p2">
            <a:extLst>
              <a:ext uri="{FF2B5EF4-FFF2-40B4-BE49-F238E27FC236}">
                <a16:creationId xmlns:a16="http://schemas.microsoft.com/office/drawing/2014/main" id="{0C7B7086-7077-3E88-3A3B-BB85914931FB}"/>
              </a:ext>
            </a:extLst>
          </p:cNvPr>
          <p:cNvSpPr/>
          <p:nvPr/>
        </p:nvSpPr>
        <p:spPr>
          <a:xfrm>
            <a:off x="6187986" y="4154338"/>
            <a:ext cx="2887720" cy="44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1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95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Madhu Preethi Kakarla</a:t>
            </a:r>
            <a:endParaRPr sz="1950" dirty="0"/>
          </a:p>
        </p:txBody>
      </p:sp>
      <p:sp>
        <p:nvSpPr>
          <p:cNvPr id="9" name="Google Shape;175;p2">
            <a:extLst>
              <a:ext uri="{FF2B5EF4-FFF2-40B4-BE49-F238E27FC236}">
                <a16:creationId xmlns:a16="http://schemas.microsoft.com/office/drawing/2014/main" id="{47084801-6BD5-399A-E03B-A5C5F6206FB1}"/>
              </a:ext>
            </a:extLst>
          </p:cNvPr>
          <p:cNvSpPr/>
          <p:nvPr/>
        </p:nvSpPr>
        <p:spPr>
          <a:xfrm>
            <a:off x="6283402" y="4668032"/>
            <a:ext cx="2665711" cy="11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lvl="0" algn="ctr">
              <a:lnSpc>
                <a:spcPct val="137500"/>
              </a:lnSpc>
              <a:buClr>
                <a:schemeClr val="dk1"/>
              </a:buClr>
              <a:buSzPts val="1600"/>
            </a:pPr>
            <a:r>
              <a:rPr lang="en-US" sz="1200" b="1" dirty="0">
                <a:solidFill>
                  <a:schemeClr val="dk1"/>
                </a:solidFill>
              </a:rPr>
              <a:t>RPA Developer | AI Specialist</a:t>
            </a:r>
          </a:p>
          <a:p>
            <a:pPr lvl="0" algn="ctr">
              <a:lnSpc>
                <a:spcPct val="137500"/>
              </a:lnSpc>
              <a:buClr>
                <a:schemeClr val="dk1"/>
              </a:buClr>
              <a:buSzPts val="1600"/>
            </a:pPr>
            <a:r>
              <a:rPr lang="en-IN" sz="1200" b="1" dirty="0">
                <a:solidFill>
                  <a:schemeClr val="dk1"/>
                </a:solidFill>
              </a:rPr>
              <a:t>madhukakarla98@gmail.com</a:t>
            </a:r>
            <a:endParaRPr lang="en-US" sz="1200" b="1" dirty="0">
              <a:solidFill>
                <a:schemeClr val="dk1"/>
              </a:solidFill>
            </a:endParaRPr>
          </a:p>
        </p:txBody>
      </p:sp>
      <p:sp>
        <p:nvSpPr>
          <p:cNvPr id="10" name="Google Shape;174;p2">
            <a:extLst>
              <a:ext uri="{FF2B5EF4-FFF2-40B4-BE49-F238E27FC236}">
                <a16:creationId xmlns:a16="http://schemas.microsoft.com/office/drawing/2014/main" id="{1875724B-24E5-297D-6033-5018E11868D8}"/>
              </a:ext>
            </a:extLst>
          </p:cNvPr>
          <p:cNvSpPr/>
          <p:nvPr/>
        </p:nvSpPr>
        <p:spPr>
          <a:xfrm>
            <a:off x="9284533" y="4065394"/>
            <a:ext cx="27102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1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95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Vandana Anchan</a:t>
            </a:r>
            <a:endParaRPr sz="1950" dirty="0"/>
          </a:p>
        </p:txBody>
      </p:sp>
      <p:sp>
        <p:nvSpPr>
          <p:cNvPr id="11" name="Google Shape;175;p2">
            <a:extLst>
              <a:ext uri="{FF2B5EF4-FFF2-40B4-BE49-F238E27FC236}">
                <a16:creationId xmlns:a16="http://schemas.microsoft.com/office/drawing/2014/main" id="{32A976A1-A113-3EFA-DEBC-67A075BDD3F1}"/>
              </a:ext>
            </a:extLst>
          </p:cNvPr>
          <p:cNvSpPr/>
          <p:nvPr/>
        </p:nvSpPr>
        <p:spPr>
          <a:xfrm>
            <a:off x="9075706" y="4638682"/>
            <a:ext cx="2968685" cy="1064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1">
            <a:noAutofit/>
          </a:bodyPr>
          <a:lstStyle/>
          <a:p>
            <a:pPr lvl="0" algn="ctr">
              <a:lnSpc>
                <a:spcPct val="137500"/>
              </a:lnSpc>
              <a:buClr>
                <a:schemeClr val="dk1"/>
              </a:buClr>
              <a:buSzPts val="1600"/>
            </a:pPr>
            <a:r>
              <a:rPr lang="en-US" sz="1200" b="1" dirty="0">
                <a:solidFill>
                  <a:schemeClr val="dk1"/>
                </a:solidFill>
              </a:rPr>
              <a:t>Solution Architect</a:t>
            </a:r>
          </a:p>
          <a:p>
            <a:pPr lvl="0" algn="ctr">
              <a:lnSpc>
                <a:spcPct val="137500"/>
              </a:lnSpc>
              <a:buClr>
                <a:schemeClr val="dk1"/>
              </a:buClr>
              <a:buSzPts val="1600"/>
            </a:pPr>
            <a:r>
              <a:rPr lang="en-US" sz="1200" b="1" dirty="0">
                <a:solidFill>
                  <a:schemeClr val="dk1"/>
                </a:solidFill>
              </a:rPr>
              <a:t>vandana.anchan@capgemini.com</a:t>
            </a:r>
            <a:endParaRPr lang="en-US" sz="1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0B2778-C6A0-D205-E6CD-481A16678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130" y="1721139"/>
            <a:ext cx="2018302" cy="22605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AEF70CF-0092-3181-B102-BCC661E12A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3" t="23047" r="4094" b="19602"/>
          <a:stretch>
            <a:fillRect/>
          </a:stretch>
        </p:blipFill>
        <p:spPr bwMode="auto">
          <a:xfrm>
            <a:off x="3674413" y="1654704"/>
            <a:ext cx="2027153" cy="221992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0A88C93E-9D50-DC7D-3AEC-2557BCF1B3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70" t="26114" r="23940" b="-1610"/>
          <a:stretch>
            <a:fillRect/>
          </a:stretch>
        </p:blipFill>
        <p:spPr bwMode="auto">
          <a:xfrm>
            <a:off x="666610" y="1693638"/>
            <a:ext cx="2112024" cy="221992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28DC1A-622E-BC2E-F872-942C59F080B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380" t="21362" r="8383" b="22294"/>
          <a:stretch>
            <a:fillRect/>
          </a:stretch>
        </p:blipFill>
        <p:spPr>
          <a:xfrm>
            <a:off x="6473466" y="1693049"/>
            <a:ext cx="2135193" cy="22199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4A143A27-7FF6-D15F-7DF6-A972A8970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DFDE338-031A-AADD-20DD-502F42BF873F}"/>
              </a:ext>
            </a:extLst>
          </p:cNvPr>
          <p:cNvSpPr/>
          <p:nvPr/>
        </p:nvSpPr>
        <p:spPr>
          <a:xfrm>
            <a:off x="152400" y="1084494"/>
            <a:ext cx="11927840" cy="5379893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CE94F4-F7CE-251E-81D7-ECC66D5299F6}"/>
              </a:ext>
            </a:extLst>
          </p:cNvPr>
          <p:cNvSpPr/>
          <p:nvPr/>
        </p:nvSpPr>
        <p:spPr>
          <a:xfrm>
            <a:off x="416467" y="2569348"/>
            <a:ext cx="3255784" cy="3573865"/>
          </a:xfrm>
          <a:prstGeom prst="rect">
            <a:avLst/>
          </a:prstGeom>
          <a:solidFill>
            <a:srgbClr val="FEE8E2"/>
          </a:solidFill>
          <a:ln w="1270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5" name="Google Shape;185;p3">
            <a:extLst>
              <a:ext uri="{FF2B5EF4-FFF2-40B4-BE49-F238E27FC236}">
                <a16:creationId xmlns:a16="http://schemas.microsoft.com/office/drawing/2014/main" id="{EC444AAF-9DAB-2F5A-B6DE-9E74C6A816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999" y="320571"/>
            <a:ext cx="9000000" cy="613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24"/>
              </a:buClr>
              <a:buSzPts val="3000"/>
              <a:buFont typeface="Arial"/>
              <a:buNone/>
            </a:pPr>
            <a:r>
              <a:rPr lang="en-US" dirty="0">
                <a:solidFill>
                  <a:srgbClr val="172024"/>
                </a:solidFill>
              </a:rPr>
              <a:t>Problem statement and proposed solution</a:t>
            </a:r>
            <a:endParaRPr dirty="0">
              <a:solidFill>
                <a:srgbClr val="172024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ED458C-5644-8242-FBAD-5C4D80CC7D3F}"/>
              </a:ext>
            </a:extLst>
          </p:cNvPr>
          <p:cNvSpPr/>
          <p:nvPr/>
        </p:nvSpPr>
        <p:spPr>
          <a:xfrm>
            <a:off x="400188" y="2225040"/>
            <a:ext cx="3288342" cy="711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Current State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F72556-E172-2695-FE71-ED43B05E9B91}"/>
              </a:ext>
            </a:extLst>
          </p:cNvPr>
          <p:cNvSpPr txBox="1"/>
          <p:nvPr/>
        </p:nvSpPr>
        <p:spPr>
          <a:xfrm>
            <a:off x="254000" y="3403600"/>
            <a:ext cx="3169920" cy="226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0" fontAlgn="t">
              <a:lnSpc>
                <a:spcPct val="150000"/>
              </a:lnSpc>
            </a:pPr>
            <a:r>
              <a:rPr lang="en-US" sz="1600" dirty="0"/>
              <a:t>❌ Fragmented Requirements</a:t>
            </a:r>
          </a:p>
          <a:p>
            <a:pPr marL="228600" indent="0" fontAlgn="t">
              <a:lnSpc>
                <a:spcPct val="150000"/>
              </a:lnSpc>
            </a:pPr>
            <a:r>
              <a:rPr lang="en-US" sz="1600" dirty="0"/>
              <a:t>❌ Manual PDD/SDD creation</a:t>
            </a:r>
          </a:p>
          <a:p>
            <a:pPr marL="228600" indent="0" fontAlgn="t">
              <a:lnSpc>
                <a:spcPct val="150000"/>
              </a:lnSpc>
            </a:pPr>
            <a:r>
              <a:rPr lang="en-US" sz="1600" dirty="0"/>
              <a:t>❌ Delayed development start</a:t>
            </a:r>
          </a:p>
          <a:p>
            <a:pPr marL="228600" indent="0" fontAlgn="t">
              <a:lnSpc>
                <a:spcPct val="150000"/>
              </a:lnSpc>
            </a:pPr>
            <a:r>
              <a:rPr lang="en-US" sz="1600" dirty="0"/>
              <a:t>❌ Poor test coverage</a:t>
            </a:r>
          </a:p>
          <a:p>
            <a:pPr marL="228600" indent="0" fontAlgn="t">
              <a:lnSpc>
                <a:spcPct val="150000"/>
              </a:lnSpc>
            </a:pPr>
            <a:r>
              <a:rPr lang="en-US" sz="1600" dirty="0"/>
              <a:t>❌ Inefficient handoffs</a:t>
            </a:r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D17B44-C578-F545-80D3-D025A968D97B}"/>
              </a:ext>
            </a:extLst>
          </p:cNvPr>
          <p:cNvSpPr/>
          <p:nvPr/>
        </p:nvSpPr>
        <p:spPr>
          <a:xfrm>
            <a:off x="4482063" y="2589668"/>
            <a:ext cx="3191633" cy="3573865"/>
          </a:xfrm>
          <a:prstGeom prst="rect">
            <a:avLst/>
          </a:prstGeom>
          <a:solidFill>
            <a:srgbClr val="9CD2E8"/>
          </a:solidFill>
          <a:ln w="1270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37F6269-A3F3-19EE-61DB-1EF5B5266053}"/>
              </a:ext>
            </a:extLst>
          </p:cNvPr>
          <p:cNvSpPr/>
          <p:nvPr/>
        </p:nvSpPr>
        <p:spPr>
          <a:xfrm>
            <a:off x="4466105" y="2245360"/>
            <a:ext cx="3223549" cy="7112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The Shift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72C189-6122-2CF9-F808-5C76ED5FA807}"/>
              </a:ext>
            </a:extLst>
          </p:cNvPr>
          <p:cNvSpPr txBox="1"/>
          <p:nvPr/>
        </p:nvSpPr>
        <p:spPr>
          <a:xfrm>
            <a:off x="4572885" y="4328160"/>
            <a:ext cx="30462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0" fontAlgn="t">
              <a:lnSpc>
                <a:spcPct val="150000"/>
              </a:lnSpc>
            </a:pPr>
            <a:r>
              <a:rPr lang="en-US" sz="1800" b="1" dirty="0"/>
              <a:t>Idea </a:t>
            </a:r>
            <a:r>
              <a:rPr lang="en-US" sz="1800" b="1" dirty="0">
                <a:sym typeface="Wingdings" panose="05000000000000000000" pitchFamily="2" charset="2"/>
              </a:rPr>
              <a:t> Implementation in Minutes</a:t>
            </a:r>
            <a:endParaRPr lang="en-IN" sz="1800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4A4491-F6FA-A0F5-2868-D1192652281E}"/>
              </a:ext>
            </a:extLst>
          </p:cNvPr>
          <p:cNvSpPr/>
          <p:nvPr/>
        </p:nvSpPr>
        <p:spPr>
          <a:xfrm>
            <a:off x="8484981" y="2589668"/>
            <a:ext cx="3354437" cy="3573865"/>
          </a:xfrm>
          <a:prstGeom prst="rect">
            <a:avLst/>
          </a:prstGeom>
          <a:solidFill>
            <a:srgbClr val="CCE9AD"/>
          </a:solidFill>
          <a:ln w="12700" cap="rnd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1F5F677-7D2A-B173-37B5-E368F6CAD18B}"/>
              </a:ext>
            </a:extLst>
          </p:cNvPr>
          <p:cNvSpPr/>
          <p:nvPr/>
        </p:nvSpPr>
        <p:spPr>
          <a:xfrm>
            <a:off x="8468209" y="2245360"/>
            <a:ext cx="3387981" cy="711200"/>
          </a:xfrm>
          <a:prstGeom prst="roundRect">
            <a:avLst/>
          </a:prstGeom>
          <a:solidFill>
            <a:srgbClr val="B2DE8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Solution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F0506F-B56B-926B-CDF6-C75776C85557}"/>
              </a:ext>
            </a:extLst>
          </p:cNvPr>
          <p:cNvSpPr txBox="1"/>
          <p:nvPr/>
        </p:nvSpPr>
        <p:spPr>
          <a:xfrm>
            <a:off x="8638391" y="3097668"/>
            <a:ext cx="3076693" cy="263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✅ </a:t>
            </a:r>
            <a:r>
              <a:rPr lang="en-IN" sz="1600" dirty="0"/>
              <a:t>AI-driven Requirement  Intelligence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✅ Auto-generated PDD, SDD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✅ Code generation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✅ Test case generation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✅ Seamless agent-driven handoffs and review flexibility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D3E9C15-D866-9992-34A8-E89ED33FC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840" y="3155631"/>
            <a:ext cx="2102659" cy="932819"/>
          </a:xfrm>
          <a:prstGeom prst="rect">
            <a:avLst/>
          </a:prstGeom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96B9B1D5-DD4C-1CBB-2AD2-BEC1E2970870}"/>
              </a:ext>
            </a:extLst>
          </p:cNvPr>
          <p:cNvSpPr/>
          <p:nvPr/>
        </p:nvSpPr>
        <p:spPr>
          <a:xfrm>
            <a:off x="3759200" y="3779520"/>
            <a:ext cx="634849" cy="355600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3E9FD140-F56E-256F-E0B8-6D032135A137}"/>
              </a:ext>
            </a:extLst>
          </p:cNvPr>
          <p:cNvSpPr/>
          <p:nvPr/>
        </p:nvSpPr>
        <p:spPr>
          <a:xfrm>
            <a:off x="7802880" y="3789680"/>
            <a:ext cx="634849" cy="355600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D3C65A-96D6-BCDF-F847-1D6BA4CA99BE}"/>
              </a:ext>
            </a:extLst>
          </p:cNvPr>
          <p:cNvSpPr txBox="1"/>
          <p:nvPr/>
        </p:nvSpPr>
        <p:spPr>
          <a:xfrm>
            <a:off x="2064574" y="1389881"/>
            <a:ext cx="7463412" cy="59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bg1"/>
                </a:solidFill>
              </a:rPr>
              <a:t>From Weeks of Effort → Minutes to Delivery</a:t>
            </a:r>
          </a:p>
        </p:txBody>
      </p:sp>
    </p:spTree>
    <p:extLst>
      <p:ext uri="{BB962C8B-B14F-4D97-AF65-F5344CB8AC3E}">
        <p14:creationId xmlns:p14="http://schemas.microsoft.com/office/powerpoint/2010/main" val="1547611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/>
          <p:cNvSpPr txBox="1"/>
          <p:nvPr/>
        </p:nvSpPr>
        <p:spPr>
          <a:xfrm>
            <a:off x="259203" y="34880"/>
            <a:ext cx="9000000" cy="499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 and technologies used</a:t>
            </a:r>
            <a:endParaRPr sz="3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 txBox="1">
            <a:spLocks noGrp="1"/>
          </p:cNvSpPr>
          <p:nvPr>
            <p:ph type="sldNum" idx="12"/>
          </p:nvPr>
        </p:nvSpPr>
        <p:spPr>
          <a:xfrm>
            <a:off x="11574470" y="665272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8066241" y="1285464"/>
            <a:ext cx="2555321" cy="475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</a:rPr>
              <a:t>Business Impact</a:t>
            </a:r>
            <a:endParaRPr dirty="0"/>
          </a:p>
        </p:txBody>
      </p:sp>
      <p:sp>
        <p:nvSpPr>
          <p:cNvPr id="201" name="Google Shape;201;p4"/>
          <p:cNvSpPr/>
          <p:nvPr/>
        </p:nvSpPr>
        <p:spPr>
          <a:xfrm>
            <a:off x="1977694" y="1403997"/>
            <a:ext cx="2073465" cy="397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8909E80-A122-26D1-EB4A-FB97DEB4078F}"/>
              </a:ext>
            </a:extLst>
          </p:cNvPr>
          <p:cNvGrpSpPr/>
          <p:nvPr/>
        </p:nvGrpSpPr>
        <p:grpSpPr>
          <a:xfrm>
            <a:off x="723431" y="1863344"/>
            <a:ext cx="4787152" cy="5002236"/>
            <a:chOff x="652311" y="1741424"/>
            <a:chExt cx="4787152" cy="50022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7E90576-2AAC-43A3-A751-A33AAA6B79EB}"/>
                </a:ext>
              </a:extLst>
            </p:cNvPr>
            <p:cNvSpPr/>
            <p:nvPr/>
          </p:nvSpPr>
          <p:spPr>
            <a:xfrm>
              <a:off x="652311" y="1741424"/>
              <a:ext cx="4770270" cy="4794375"/>
            </a:xfrm>
            <a:prstGeom prst="rect">
              <a:avLst/>
            </a:prstGeom>
            <a:solidFill>
              <a:srgbClr val="CFEAF5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AE3F55D-FDB3-2CD5-5484-7B33D8AFF18E}"/>
                </a:ext>
              </a:extLst>
            </p:cNvPr>
            <p:cNvSpPr txBox="1"/>
            <p:nvPr/>
          </p:nvSpPr>
          <p:spPr>
            <a:xfrm>
              <a:off x="1337257" y="1757680"/>
              <a:ext cx="4102206" cy="49859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AI Orchestration Layer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Multi-agent workflows (planning, coding, testing)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UiPath Maestro + Agent Builder</a:t>
              </a:r>
            </a:p>
            <a:p>
              <a:endParaRPr lang="en-US" dirty="0"/>
            </a:p>
            <a:p>
              <a:r>
                <a:rPr lang="en-US" sz="1600" b="1" dirty="0"/>
                <a:t>Development Automation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Auto-generate code, workflows, and documentation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UiPath Studio + Autopilot</a:t>
              </a:r>
            </a:p>
            <a:p>
              <a:endParaRPr lang="en-US" dirty="0"/>
            </a:p>
            <a:p>
              <a:r>
                <a:rPr lang="en-US" sz="1600" b="1" dirty="0"/>
                <a:t>Deployment &amp; Ops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One-click deployment pipelines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UiPath Orchestrator</a:t>
              </a:r>
            </a:p>
            <a:p>
              <a:endParaRPr lang="en-US" dirty="0"/>
            </a:p>
            <a:p>
              <a:r>
                <a:rPr lang="en-US" sz="1600" b="1" dirty="0"/>
                <a:t>Intelligent Testing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AI-generated test cases + validation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UiPath Test Manager</a:t>
              </a:r>
            </a:p>
            <a:p>
              <a:endParaRPr lang="en-US" dirty="0"/>
            </a:p>
            <a:p>
              <a:r>
                <a:rPr lang="en-US" sz="1600" b="1" dirty="0"/>
                <a:t>LLM Backbone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GPT / Claude for reasoning, generation, and decisioning</a:t>
              </a:r>
            </a:p>
            <a:p>
              <a:endParaRPr lang="en-IN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F525DF8-B9FD-DD53-0678-70A41B866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5761" y="1848317"/>
              <a:ext cx="444523" cy="55882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012EA23-CF0D-9413-A27F-79D85FBCA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5799" y="2892485"/>
              <a:ext cx="406421" cy="42547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573452F-AB2B-C30B-51CA-B66ED4680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5648" y="3969947"/>
              <a:ext cx="425472" cy="46357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7F9D90C-D5A3-5775-A081-B55036A16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6723" y="4870453"/>
              <a:ext cx="342918" cy="38737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5D2EC72-5E13-D2AB-7738-5B81E20B2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2189" y="5760795"/>
              <a:ext cx="361969" cy="292115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040110F-9417-8D21-3B7F-AF87570ED469}"/>
              </a:ext>
            </a:extLst>
          </p:cNvPr>
          <p:cNvGrpSpPr/>
          <p:nvPr/>
        </p:nvGrpSpPr>
        <p:grpSpPr>
          <a:xfrm>
            <a:off x="6698552" y="1849443"/>
            <a:ext cx="4649433" cy="3350909"/>
            <a:chOff x="6833280" y="1721779"/>
            <a:chExt cx="4379976" cy="322015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EEB6F47-9AEF-695A-2BA3-276C56BECE91}"/>
                </a:ext>
              </a:extLst>
            </p:cNvPr>
            <p:cNvSpPr/>
            <p:nvPr/>
          </p:nvSpPr>
          <p:spPr>
            <a:xfrm>
              <a:off x="6833280" y="1721779"/>
              <a:ext cx="4379976" cy="3220157"/>
            </a:xfrm>
            <a:prstGeom prst="rect">
              <a:avLst/>
            </a:prstGeom>
            <a:solidFill>
              <a:srgbClr val="CCE9AD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IN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8FA942D-E065-8ADA-0264-3E9EEC58C445}"/>
                </a:ext>
              </a:extLst>
            </p:cNvPr>
            <p:cNvCxnSpPr/>
            <p:nvPr/>
          </p:nvCxnSpPr>
          <p:spPr>
            <a:xfrm>
              <a:off x="9011920" y="1916467"/>
              <a:ext cx="0" cy="2848371"/>
            </a:xfrm>
            <a:prstGeom prst="line">
              <a:avLst/>
            </a:prstGeom>
            <a:ln w="3175">
              <a:solidFill>
                <a:schemeClr val="tx2">
                  <a:lumMod val="1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BA93102-6F0F-BB62-77CC-FDF91936F547}"/>
                </a:ext>
              </a:extLst>
            </p:cNvPr>
            <p:cNvCxnSpPr>
              <a:cxnSpLocks/>
            </p:cNvCxnSpPr>
            <p:nvPr/>
          </p:nvCxnSpPr>
          <p:spPr>
            <a:xfrm>
              <a:off x="7026022" y="3213802"/>
              <a:ext cx="3961636" cy="0"/>
            </a:xfrm>
            <a:prstGeom prst="line">
              <a:avLst/>
            </a:prstGeom>
            <a:ln w="3175">
              <a:solidFill>
                <a:schemeClr val="tx2">
                  <a:lumMod val="1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81C4BB3-6721-7FDA-1DFD-F86FCF2FEE80}"/>
                </a:ext>
              </a:extLst>
            </p:cNvPr>
            <p:cNvSpPr txBox="1"/>
            <p:nvPr/>
          </p:nvSpPr>
          <p:spPr>
            <a:xfrm>
              <a:off x="7094552" y="2046895"/>
              <a:ext cx="1880921" cy="1211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80% </a:t>
              </a:r>
            </a:p>
            <a:p>
              <a:pPr algn="ctr"/>
              <a:r>
                <a:rPr lang="en-US" dirty="0"/>
                <a:t>Faster SDLC execution</a:t>
              </a:r>
            </a:p>
            <a:p>
              <a:pPr algn="ctr"/>
              <a:r>
                <a:rPr lang="en-US" sz="1000" dirty="0"/>
                <a:t>From weeks → hours/minutes</a:t>
              </a:r>
            </a:p>
            <a:p>
              <a:pPr algn="ctr"/>
              <a:endParaRPr lang="en-US" dirty="0"/>
            </a:p>
            <a:p>
              <a:endParaRPr lang="en-IN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B4AA6B7-4062-DD7B-9A90-91243005BA91}"/>
                </a:ext>
              </a:extLst>
            </p:cNvPr>
            <p:cNvSpPr txBox="1"/>
            <p:nvPr/>
          </p:nvSpPr>
          <p:spPr>
            <a:xfrm>
              <a:off x="7132320" y="2092157"/>
              <a:ext cx="55879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🚀</a:t>
              </a:r>
              <a:endParaRPr lang="en-IN" sz="2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E4C0E07-C2D4-43C0-5B3F-A189DC06DAC0}"/>
                </a:ext>
              </a:extLst>
            </p:cNvPr>
            <p:cNvSpPr txBox="1"/>
            <p:nvPr/>
          </p:nvSpPr>
          <p:spPr>
            <a:xfrm>
              <a:off x="9258932" y="1954398"/>
              <a:ext cx="1880921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Productivity Boost</a:t>
              </a:r>
            </a:p>
            <a:p>
              <a:pPr algn="ctr"/>
              <a:r>
                <a:rPr lang="en-US" sz="1200" dirty="0"/>
                <a:t>Developers focus on innovation, not repetitive tasks</a:t>
              </a:r>
              <a:endParaRPr lang="en-IN" sz="1200" b="1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8916E5D-705A-1911-B911-D880283E5401}"/>
                </a:ext>
              </a:extLst>
            </p:cNvPr>
            <p:cNvSpPr txBox="1"/>
            <p:nvPr/>
          </p:nvSpPr>
          <p:spPr>
            <a:xfrm>
              <a:off x="9042163" y="2009913"/>
              <a:ext cx="68293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/>
                <a:t>⚡</a:t>
              </a:r>
              <a:endParaRPr lang="en-IN" sz="2400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C8C999D-45F3-1B03-6695-B05C4BE3679F}"/>
                </a:ext>
              </a:extLst>
            </p:cNvPr>
            <p:cNvSpPr txBox="1"/>
            <p:nvPr/>
          </p:nvSpPr>
          <p:spPr>
            <a:xfrm>
              <a:off x="6938620" y="3380556"/>
              <a:ext cx="1880921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🧠 AI-driven Decision </a:t>
              </a:r>
              <a:r>
                <a:rPr lang="en-US" sz="1200" dirty="0"/>
                <a:t>Automated requirement analysis, code generation, and testing</a:t>
              </a:r>
              <a:endParaRPr lang="en-IN" sz="12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1DE74CD-8344-C22C-0543-0182FD18438E}"/>
                </a:ext>
              </a:extLst>
            </p:cNvPr>
            <p:cNvSpPr txBox="1"/>
            <p:nvPr/>
          </p:nvSpPr>
          <p:spPr>
            <a:xfrm>
              <a:off x="9314537" y="3394062"/>
              <a:ext cx="1709928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Built-in Governance</a:t>
              </a:r>
              <a:r>
                <a:rPr lang="en-US" sz="2400" b="1" dirty="0"/>
                <a:t> </a:t>
              </a:r>
              <a:r>
                <a:rPr lang="en-US" sz="1200" dirty="0"/>
                <a:t>Human-in-the-loop validation</a:t>
              </a:r>
              <a:endParaRPr lang="en-IN" sz="12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066E683-4485-3D6B-3E06-976BCB54D5AA}"/>
                </a:ext>
              </a:extLst>
            </p:cNvPr>
            <p:cNvSpPr txBox="1"/>
            <p:nvPr/>
          </p:nvSpPr>
          <p:spPr>
            <a:xfrm>
              <a:off x="9146514" y="3442698"/>
              <a:ext cx="863311" cy="369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/>
                <a:t>✅</a:t>
              </a:r>
              <a:endParaRPr lang="en-IN" sz="1800" dirty="0"/>
            </a:p>
          </p:txBody>
        </p:sp>
      </p:grpSp>
      <p:sp>
        <p:nvSpPr>
          <p:cNvPr id="35" name="Google Shape;201;p4">
            <a:extLst>
              <a:ext uri="{FF2B5EF4-FFF2-40B4-BE49-F238E27FC236}">
                <a16:creationId xmlns:a16="http://schemas.microsoft.com/office/drawing/2014/main" id="{5351BAF7-6C65-E06E-B129-690126955FD9}"/>
              </a:ext>
            </a:extLst>
          </p:cNvPr>
          <p:cNvSpPr/>
          <p:nvPr/>
        </p:nvSpPr>
        <p:spPr>
          <a:xfrm>
            <a:off x="342602" y="956957"/>
            <a:ext cx="11785088" cy="397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We </a:t>
            </a:r>
            <a:r>
              <a:rPr lang="en-US" sz="1600" b="1" dirty="0">
                <a:solidFill>
                  <a:schemeClr val="dk1"/>
                </a:solidFill>
              </a:rPr>
              <a:t>Built</a:t>
            </a:r>
            <a:r>
              <a:rPr lang="en-US" sz="2000" b="1" dirty="0">
                <a:solidFill>
                  <a:schemeClr val="dk1"/>
                </a:solidFill>
              </a:rPr>
              <a:t>  </a:t>
            </a:r>
          </a:p>
          <a:p>
            <a:pPr lvl="0"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en-US" i="1" dirty="0">
                <a:solidFill>
                  <a:schemeClr val="dk1"/>
                </a:solidFill>
              </a:rPr>
              <a:t>An AI-driven solution that automates the entire software development lifecycle — from requirement analysis to testing and deployment — using intelligent agents.</a:t>
            </a:r>
            <a:r>
              <a:rPr lang="en-US" b="1" i="1" dirty="0">
                <a:solidFill>
                  <a:schemeClr val="dk1"/>
                </a:solidFill>
              </a:rPr>
              <a:t> </a:t>
            </a:r>
            <a:endParaRPr lang="en-US" b="1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115168" y="112632"/>
            <a:ext cx="11459302" cy="816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22222"/>
              </a:lnSpc>
              <a:buClr>
                <a:schemeClr val="dk1"/>
              </a:buClr>
              <a:buSzPts val="1800"/>
            </a:pPr>
            <a:r>
              <a:rPr lang="en-IN" sz="2800" b="1" dirty="0">
                <a:solidFill>
                  <a:schemeClr val="dk1"/>
                </a:solidFill>
              </a:rPr>
              <a:t>SDLC Foundry - Multi-Agent AI Architecture</a:t>
            </a:r>
          </a:p>
        </p:txBody>
      </p:sp>
      <p:sp>
        <p:nvSpPr>
          <p:cNvPr id="4" name="Google Shape;209;p5">
            <a:extLst>
              <a:ext uri="{FF2B5EF4-FFF2-40B4-BE49-F238E27FC236}">
                <a16:creationId xmlns:a16="http://schemas.microsoft.com/office/drawing/2014/main" id="{01F0B93A-30A5-BEB6-503B-5803F58040C6}"/>
              </a:ext>
            </a:extLst>
          </p:cNvPr>
          <p:cNvSpPr txBox="1"/>
          <p:nvPr/>
        </p:nvSpPr>
        <p:spPr>
          <a:xfrm>
            <a:off x="249033" y="790144"/>
            <a:ext cx="2758511" cy="204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b="1" dirty="0"/>
              <a:t>Technology Mapping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Orchestration: UiPath Maestro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Agent Logic: Agent Builder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Development: UiPath Studio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Execution: Orchestrator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AI Models: GPT / Claude</a:t>
            </a:r>
            <a:endParaRPr lang="en-IN" sz="1050" dirty="0"/>
          </a:p>
        </p:txBody>
      </p:sp>
      <p:sp>
        <p:nvSpPr>
          <p:cNvPr id="2" name="Google Shape;209;p5">
            <a:extLst>
              <a:ext uri="{FF2B5EF4-FFF2-40B4-BE49-F238E27FC236}">
                <a16:creationId xmlns:a16="http://schemas.microsoft.com/office/drawing/2014/main" id="{395A64E5-FB06-B426-A41E-754F520AA5C2}"/>
              </a:ext>
            </a:extLst>
          </p:cNvPr>
          <p:cNvSpPr txBox="1"/>
          <p:nvPr/>
        </p:nvSpPr>
        <p:spPr>
          <a:xfrm>
            <a:off x="229978" y="3220383"/>
            <a:ext cx="3034362" cy="204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b="1" dirty="0"/>
              <a:t>Key Differentiators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200" b="1" dirty="0">
                <a:solidFill>
                  <a:srgbClr val="0070C0"/>
                </a:solidFill>
              </a:rPr>
              <a:t>7 AI agents</a:t>
            </a:r>
            <a:r>
              <a:rPr lang="en-IN" sz="1200" dirty="0"/>
              <a:t> collaborating like a real delivery team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200" dirty="0"/>
              <a:t>End-to-end SDLC automation (Idea → Production)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200" dirty="0"/>
              <a:t>Context shared across agents (no silos)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200" dirty="0"/>
              <a:t>Massive acceleration (</a:t>
            </a:r>
            <a:r>
              <a:rPr lang="en-IN" sz="1200" b="1" dirty="0">
                <a:solidFill>
                  <a:srgbClr val="0070C0"/>
                </a:solidFill>
              </a:rPr>
              <a:t>hours → minutes</a:t>
            </a:r>
            <a:r>
              <a:rPr lang="en-IN" sz="120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97A02D-5C58-EF3D-10CD-B88C33DFB6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8" t="4867" r="459" b="2379"/>
          <a:stretch>
            <a:fillRect/>
          </a:stretch>
        </p:blipFill>
        <p:spPr>
          <a:xfrm>
            <a:off x="3510116" y="859929"/>
            <a:ext cx="7905136" cy="57042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224959" y="355484"/>
            <a:ext cx="99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3200" b="1" dirty="0">
                <a:solidFill>
                  <a:schemeClr val="tx1"/>
                </a:solidFill>
                <a:latin typeface="Arial" panose="020B0604020202020204" pitchFamily="34" charset="0"/>
              </a:rPr>
              <a:t>Transforming the Future of SDLC with AI Agents</a:t>
            </a:r>
          </a:p>
        </p:txBody>
      </p:sp>
      <p:sp>
        <p:nvSpPr>
          <p:cNvPr id="3" name="Google Shape;201;p4">
            <a:extLst>
              <a:ext uri="{FF2B5EF4-FFF2-40B4-BE49-F238E27FC236}">
                <a16:creationId xmlns:a16="http://schemas.microsoft.com/office/drawing/2014/main" id="{C3736A95-8516-A9DA-5766-28898F0976FE}"/>
              </a:ext>
            </a:extLst>
          </p:cNvPr>
          <p:cNvSpPr/>
          <p:nvPr/>
        </p:nvSpPr>
        <p:spPr>
          <a:xfrm>
            <a:off x="418860" y="1121220"/>
            <a:ext cx="2508893" cy="397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</a:rPr>
              <a:t>What We Achieved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E87D02-D600-214E-74B0-096170CBB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630049"/>
              </p:ext>
            </p:extLst>
          </p:nvPr>
        </p:nvGraphicFramePr>
        <p:xfrm>
          <a:off x="310116" y="1607529"/>
          <a:ext cx="11556682" cy="2255520"/>
        </p:xfrm>
        <a:graphic>
          <a:graphicData uri="http://schemas.openxmlformats.org/drawingml/2006/table">
            <a:tbl>
              <a:tblPr>
                <a:tableStyleId>{BD75115A-D7CB-4065-90D5-E0A90EE04F18}</a:tableStyleId>
              </a:tblPr>
              <a:tblGrid>
                <a:gridCol w="5778341">
                  <a:extLst>
                    <a:ext uri="{9D8B030D-6E8A-4147-A177-3AD203B41FA5}">
                      <a16:colId xmlns:a16="http://schemas.microsoft.com/office/drawing/2014/main" val="3178982893"/>
                    </a:ext>
                  </a:extLst>
                </a:gridCol>
                <a:gridCol w="5778341">
                  <a:extLst>
                    <a:ext uri="{9D8B030D-6E8A-4147-A177-3AD203B41FA5}">
                      <a16:colId xmlns:a16="http://schemas.microsoft.com/office/drawing/2014/main" val="14707213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</a:rPr>
                        <a:t>Metric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</a:rPr>
                        <a:t>Outcome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225054114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📄 </a:t>
                      </a:r>
                      <a:r>
                        <a:rPr lang="en-IN" sz="1400" b="1" dirty="0">
                          <a:effectLst/>
                        </a:rPr>
                        <a:t>Documents Generated</a:t>
                      </a:r>
                      <a:endParaRPr lang="en-IN" sz="1400" dirty="0">
                        <a:effectLst/>
                      </a:endParaRP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4+ artifacts auto-created (BRD, Design, Test Cases, Release Notes)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335921096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🤖 </a:t>
                      </a:r>
                      <a:r>
                        <a:rPr lang="en-IN" sz="1400" b="1" dirty="0">
                          <a:effectLst/>
                        </a:rPr>
                        <a:t>AI Agents</a:t>
                      </a:r>
                      <a:endParaRPr lang="en-IN" sz="1400" dirty="0">
                        <a:effectLst/>
                      </a:endParaRP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5 Specialized Agents (Planner, Architect, Developer, Tester, Reviewer)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132820928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⏱ </a:t>
                      </a:r>
                      <a:r>
                        <a:rPr lang="en-IN" sz="1400" b="1" dirty="0">
                          <a:effectLst/>
                        </a:rPr>
                        <a:t>Documentation Time</a:t>
                      </a:r>
                      <a:endParaRPr lang="en-IN" sz="1400" dirty="0">
                        <a:effectLst/>
                      </a:endParaRP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Reduced from </a:t>
                      </a:r>
                      <a:r>
                        <a:rPr lang="en-IN" sz="1400" b="1">
                          <a:effectLst/>
                        </a:rPr>
                        <a:t>Hours → Minutes</a:t>
                      </a:r>
                      <a:endParaRPr lang="en-IN" sz="1400">
                        <a:effectLst/>
                      </a:endParaRP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37544862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👨‍💻 </a:t>
                      </a:r>
                      <a:r>
                        <a:rPr lang="en-IN" sz="1400" b="1">
                          <a:effectLst/>
                        </a:rPr>
                        <a:t>Manual Effort</a:t>
                      </a:r>
                      <a:endParaRPr lang="en-IN" sz="1400">
                        <a:effectLst/>
                      </a:endParaRP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Reduced by </a:t>
                      </a:r>
                      <a:r>
                        <a:rPr lang="en-IN" sz="1400" b="1">
                          <a:effectLst/>
                        </a:rPr>
                        <a:t>~80%</a:t>
                      </a:r>
                      <a:endParaRPr lang="en-IN" sz="1400">
                        <a:effectLst/>
                      </a:endParaRP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1252662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🔄 </a:t>
                      </a:r>
                      <a:r>
                        <a:rPr lang="en-IN" sz="1400" b="1">
                          <a:effectLst/>
                        </a:rPr>
                        <a:t>SDLC Coverage</a:t>
                      </a:r>
                      <a:endParaRPr lang="en-IN" sz="1400">
                        <a:effectLst/>
                      </a:endParaRP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effectLst/>
                        </a:rPr>
                        <a:t>Requirement → Design → Build → Test → Deploy Ready</a:t>
                      </a:r>
                      <a:endParaRPr lang="en-IN" sz="1400" dirty="0">
                        <a:effectLst/>
                      </a:endParaRP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2111767473"/>
                  </a:ext>
                </a:extLst>
              </a:tr>
            </a:tbl>
          </a:graphicData>
        </a:graphic>
      </p:graphicFrame>
      <p:sp>
        <p:nvSpPr>
          <p:cNvPr id="6" name="Google Shape;201;p4">
            <a:extLst>
              <a:ext uri="{FF2B5EF4-FFF2-40B4-BE49-F238E27FC236}">
                <a16:creationId xmlns:a16="http://schemas.microsoft.com/office/drawing/2014/main" id="{201ADE7F-D339-62AD-7590-91E8C068F18F}"/>
              </a:ext>
            </a:extLst>
          </p:cNvPr>
          <p:cNvSpPr/>
          <p:nvPr/>
        </p:nvSpPr>
        <p:spPr>
          <a:xfrm>
            <a:off x="359999" y="4324379"/>
            <a:ext cx="11785088" cy="104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en-US" sz="1600" b="1" dirty="0">
                <a:solidFill>
                  <a:schemeClr val="dk1"/>
                </a:solidFill>
              </a:rPr>
              <a:t>What if your next project starts with 5 AI architects working instantly?</a:t>
            </a:r>
          </a:p>
          <a:p>
            <a:pPr lvl="0">
              <a:lnSpc>
                <a:spcPct val="90000"/>
              </a:lnSpc>
              <a:buClr>
                <a:schemeClr val="dk1"/>
              </a:buClr>
              <a:buSzPts val="2000"/>
            </a:pPr>
            <a:endParaRPr lang="en-US" sz="1600" b="1" dirty="0">
              <a:solidFill>
                <a:schemeClr val="dk1"/>
              </a:solidFill>
            </a:endParaRPr>
          </a:p>
          <a:p>
            <a:pPr marL="171450" lvl="0" indent="-171450">
              <a:lnSpc>
                <a:spcPct val="90000"/>
              </a:lnSpc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</a:rPr>
              <a:t>Turn ideas into deliverables in minutes</a:t>
            </a:r>
          </a:p>
          <a:p>
            <a:pPr marL="171450" lvl="0" indent="-171450">
              <a:lnSpc>
                <a:spcPct val="90000"/>
              </a:lnSpc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</a:rPr>
              <a:t>Eliminate repetitive work</a:t>
            </a:r>
          </a:p>
          <a:p>
            <a:pPr marL="171450" lvl="0" indent="-171450">
              <a:lnSpc>
                <a:spcPct val="90000"/>
              </a:lnSpc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</a:rPr>
              <a:t>Enable teams to focus on innovation, not execution</a:t>
            </a:r>
            <a:endParaRPr lang="en-US" sz="1200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"/>
          <p:cNvSpPr txBox="1">
            <a:spLocks noGrp="1"/>
          </p:cNvSpPr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altLang="en-US" dirty="0"/>
              <a:t>The Future of SDLC Starts Here.</a:t>
            </a:r>
            <a:br>
              <a:rPr lang="en-US" altLang="en-US" dirty="0"/>
            </a:b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imary Presentation Layouts">
  <a:themeElements>
    <a:clrScheme name="Primary Presentation Layouts">
      <a:dk1>
        <a:srgbClr val="000000"/>
      </a:dk1>
      <a:lt1>
        <a:srgbClr val="FFFFFF"/>
      </a:lt1>
      <a:dk2>
        <a:srgbClr val="9D9D9D"/>
      </a:dk2>
      <a:lt2>
        <a:srgbClr val="A32200"/>
      </a:lt2>
      <a:accent1>
        <a:srgbClr val="FCC0C5"/>
      </a:accent1>
      <a:accent2>
        <a:srgbClr val="5BCBDE"/>
      </a:accent2>
      <a:accent3>
        <a:srgbClr val="F6F6F6"/>
      </a:accent3>
      <a:accent4>
        <a:srgbClr val="434648"/>
      </a:accent4>
      <a:accent5>
        <a:srgbClr val="FFCBFF"/>
      </a:accent5>
      <a:accent6>
        <a:srgbClr val="1168C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485</Words>
  <Application>Microsoft Office PowerPoint</Application>
  <PresentationFormat>Custom</PresentationFormat>
  <Paragraphs>104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NTR</vt:lpstr>
      <vt:lpstr>Times New Roman</vt:lpstr>
      <vt:lpstr>Wingdings</vt:lpstr>
      <vt:lpstr>Primary Presentation Layouts</vt:lpstr>
      <vt:lpstr>AI-Powered Multi-Agent SDLC Foundry From Requirements to Code – 10x Faster with Autonomous AI Agents  Transforming Business Requirements into Production-Ready Automation Using Autonomous AI Agents</vt:lpstr>
      <vt:lpstr>PowerPoint Presentation</vt:lpstr>
      <vt:lpstr>Problem statement and proposed solution</vt:lpstr>
      <vt:lpstr>PowerPoint Presentation</vt:lpstr>
      <vt:lpstr>PowerPoint Presentation</vt:lpstr>
      <vt:lpstr>PowerPoint Presentation</vt:lpstr>
      <vt:lpstr>The Future of SDLC Starts Here.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Andreea Tomescu</dc:creator>
  <cp:lastModifiedBy>Melkunde, Komal Sanjeev</cp:lastModifiedBy>
  <cp:revision>8</cp:revision>
  <dcterms:created xsi:type="dcterms:W3CDTF">2025-06-06T15:41:05Z</dcterms:created>
  <dcterms:modified xsi:type="dcterms:W3CDTF">2026-06-29T12:54:48Z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0x0101006586BB0CA657274B8C976C7E0436D499</vt:lpwstr>
  </property>
  <property fmtid="{D5CDD505-2E9C-101B-9397-08002B2CF9AE}" pid="3" name="MediaServiceImageTags">
    <vt:lpwstr/>
  </property>
</Properties>
</file>